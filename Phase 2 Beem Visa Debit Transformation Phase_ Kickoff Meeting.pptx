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notesSlides/notesSlide1.xml" ContentType="application/vnd.openxmlformats-officedocument.presentationml.notesSlide+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notesSlides/notesSlide2.xml" ContentType="application/vnd.openxmlformats-officedocument.presentationml.notesSlide+xml"/>
  <Override PartName="/ppt/tags/tag34.xml" ContentType="application/vnd.openxmlformats-officedocument.presentationml.tags+xml"/>
  <Override PartName="/ppt/tags/tag35.xml" ContentType="application/vnd.openxmlformats-officedocument.presentationml.tags+xml"/>
  <Override PartName="/ppt/notesSlides/notesSlide3.xml" ContentType="application/vnd.openxmlformats-officedocument.presentationml.notesSlide+xml"/>
  <Override PartName="/ppt/tags/tag36.xml" ContentType="application/vnd.openxmlformats-officedocument.presentationml.tags+xml"/>
  <Override PartName="/ppt/tags/tag37.xml" ContentType="application/vnd.openxmlformats-officedocument.presentationml.tags+xml"/>
  <Override PartName="/ppt/notesSlides/notesSlide4.xml" ContentType="application/vnd.openxmlformats-officedocument.presentationml.notesSlide+xml"/>
  <Override PartName="/ppt/tags/tag38.xml" ContentType="application/vnd.openxmlformats-officedocument.presentationml.tags+xml"/>
  <Override PartName="/ppt/tags/tag39.xml" ContentType="application/vnd.openxmlformats-officedocument.presentationml.tags+xml"/>
  <Override PartName="/ppt/notesSlides/notesSlide5.xml" ContentType="application/vnd.openxmlformats-officedocument.presentationml.notesSlide+xml"/>
  <Override PartName="/ppt/tags/tag40.xml" ContentType="application/vnd.openxmlformats-officedocument.presentationml.tags+xml"/>
  <Override PartName="/ppt/tags/tag41.xml" ContentType="application/vnd.openxmlformats-officedocument.presentationml.tags+xml"/>
  <Override PartName="/ppt/notesSlides/notesSlide6.xml" ContentType="application/vnd.openxmlformats-officedocument.presentationml.notesSlide+xml"/>
  <Override PartName="/ppt/tags/tag42.xml" ContentType="application/vnd.openxmlformats-officedocument.presentationml.tags+xml"/>
  <Override PartName="/ppt/tags/tag43.xml" ContentType="application/vnd.openxmlformats-officedocument.presentationml.tags+xml"/>
  <Override PartName="/ppt/notesSlides/notesSlide7.xml" ContentType="application/vnd.openxmlformats-officedocument.presentationml.notesSlide+xml"/>
  <Override PartName="/ppt/tags/tag44.xml" ContentType="application/vnd.openxmlformats-officedocument.presentationml.tags+xml"/>
  <Override PartName="/ppt/tags/tag45.xml" ContentType="application/vnd.openxmlformats-officedocument.presentationml.tags+xml"/>
  <Override PartName="/ppt/notesSlides/notesSlide8.xml" ContentType="application/vnd.openxmlformats-officedocument.presentationml.notesSlide+xml"/>
  <Override PartName="/ppt/tags/tag46.xml" ContentType="application/vnd.openxmlformats-officedocument.presentationml.tags+xml"/>
  <Override PartName="/ppt/notesSlides/notesSlide9.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892" r:id="rId4"/>
  </p:sldMasterIdLst>
  <p:notesMasterIdLst>
    <p:notesMasterId r:id="rId14"/>
  </p:notesMasterIdLst>
  <p:handoutMasterIdLst>
    <p:handoutMasterId r:id="rId15"/>
  </p:handoutMasterIdLst>
  <p:sldIdLst>
    <p:sldId id="613" r:id="rId5"/>
    <p:sldId id="2147483544" r:id="rId6"/>
    <p:sldId id="2147483539" r:id="rId7"/>
    <p:sldId id="2147483540" r:id="rId8"/>
    <p:sldId id="2147483534" r:id="rId9"/>
    <p:sldId id="2147483535" r:id="rId10"/>
    <p:sldId id="2147483537" r:id="rId11"/>
    <p:sldId id="2147483538" r:id="rId12"/>
    <p:sldId id="2147483542" r:id="rId13"/>
  </p:sldIdLst>
  <p:sldSz cx="12192000" cy="6858000"/>
  <p:notesSz cx="7010400" cy="9296400"/>
  <p:custDataLst>
    <p:tags r:id="rId16"/>
  </p:custDataLst>
  <p:defaultTex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6D43B57-B3FF-DC46-AFAB-34AE6E79D29C}">
          <p14:sldIdLst>
            <p14:sldId id="613"/>
            <p14:sldId id="2147483544"/>
            <p14:sldId id="2147483539"/>
            <p14:sldId id="2147483540"/>
            <p14:sldId id="2147483534"/>
            <p14:sldId id="2147483535"/>
            <p14:sldId id="2147483537"/>
            <p14:sldId id="2147483538"/>
            <p14:sldId id="2147483542"/>
          </p14:sldIdLst>
        </p14:section>
      </p14:sectionLst>
    </p:ext>
    <p:ext uri="{EFAFB233-063F-42B5-8137-9DF3F51BA10A}">
      <p15:sldGuideLst xmlns:p15="http://schemas.microsoft.com/office/powerpoint/2012/main">
        <p15:guide id="10" pos="3792" userDrawn="1">
          <p15:clr>
            <a:srgbClr val="A4A3A4"/>
          </p15:clr>
        </p15:guide>
        <p15:guide id="11" orient="horz" pos="3648" userDrawn="1">
          <p15:clr>
            <a:srgbClr val="A4A3A4"/>
          </p15:clr>
        </p15:guide>
        <p15:guide id="15" orient="horz" pos="3552" userDrawn="1">
          <p15:clr>
            <a:srgbClr val="A4A3A4"/>
          </p15:clr>
        </p15:guide>
        <p15:guide id="18" orient="horz" pos="576" userDrawn="1">
          <p15:clr>
            <a:srgbClr val="A4A3A4"/>
          </p15:clr>
        </p15:guide>
        <p15:guide id="19" pos="4104" userDrawn="1">
          <p15:clr>
            <a:srgbClr val="A4A3A4"/>
          </p15:clr>
        </p15:guide>
        <p15:guide id="23" orient="horz" pos="1248" userDrawn="1">
          <p15:clr>
            <a:srgbClr val="A4A3A4"/>
          </p15:clr>
        </p15:guide>
        <p15:guide id="24" pos="3960" userDrawn="1">
          <p15:clr>
            <a:srgbClr val="A4A3A4"/>
          </p15:clr>
        </p15:guide>
        <p15:guide id="25" pos="360" userDrawn="1">
          <p15:clr>
            <a:srgbClr val="A4A3A4"/>
          </p15:clr>
        </p15:guide>
        <p15:guide id="26" pos="2040" userDrawn="1">
          <p15:clr>
            <a:srgbClr val="A4A3A4"/>
          </p15:clr>
        </p15:guide>
        <p15:guide id="27" pos="2808" userDrawn="1">
          <p15:clr>
            <a:srgbClr val="A4A3A4"/>
          </p15:clr>
        </p15:guide>
        <p15:guide id="28" pos="5256" userDrawn="1">
          <p15:clr>
            <a:srgbClr val="A4A3A4"/>
          </p15:clr>
        </p15:guide>
        <p15:guide id="29" pos="4680" userDrawn="1">
          <p15:clr>
            <a:srgbClr val="A4A3A4"/>
          </p15:clr>
        </p15:guide>
        <p15:guide id="30" orient="horz" pos="360" userDrawn="1">
          <p15:clr>
            <a:srgbClr val="A4A3A4"/>
          </p15:clr>
        </p15:guide>
        <p15:guide id="33" orient="horz" pos="3096" userDrawn="1">
          <p15:clr>
            <a:srgbClr val="A4A3A4"/>
          </p15:clr>
        </p15:guide>
        <p15:guide id="34" orient="horz" pos="1344" userDrawn="1">
          <p15:clr>
            <a:srgbClr val="A4A3A4"/>
          </p15:clr>
        </p15:guide>
        <p15:guide id="35" pos="6552" userDrawn="1">
          <p15:clr>
            <a:srgbClr val="A4A3A4"/>
          </p15:clr>
        </p15:guide>
        <p15:guide id="36" orient="horz" pos="1728" userDrawn="1">
          <p15:clr>
            <a:srgbClr val="A4A3A4"/>
          </p15:clr>
        </p15:guide>
        <p15:guide id="37" orient="horz" pos="1656" userDrawn="1">
          <p15:clr>
            <a:srgbClr val="A4A3A4"/>
          </p15:clr>
        </p15:guide>
        <p15:guide id="38" orient="horz" pos="2712" userDrawn="1">
          <p15:clr>
            <a:srgbClr val="A4A3A4"/>
          </p15:clr>
        </p15:guide>
        <p15:guide id="39" pos="4512" userDrawn="1">
          <p15:clr>
            <a:srgbClr val="A4A3A4"/>
          </p15:clr>
        </p15:guide>
        <p15:guide id="40" orient="horz" pos="3663" userDrawn="1">
          <p15:clr>
            <a:srgbClr val="A4A3A4"/>
          </p15:clr>
        </p15:guide>
        <p15:guide id="41" pos="1488" userDrawn="1">
          <p15:clr>
            <a:srgbClr val="A4A3A4"/>
          </p15:clr>
        </p15:guide>
      </p15:sldGuideLst>
    </p:ext>
    <p:ext uri="{2D200454-40CA-4A62-9FC3-DE9A4176ACB9}">
      <p15:notesGuideLst xmlns:p15="http://schemas.microsoft.com/office/powerpoint/2012/main">
        <p15:guide id="1" orient="horz" pos="2928" userDrawn="1">
          <p15:clr>
            <a:srgbClr val="A4A3A4"/>
          </p15:clr>
        </p15:guide>
        <p15:guide id="2" pos="2208"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7DDC301-5690-B5D1-2441-2C2E30729695}" name="Brinston, Beth" initials="BB" userId="S::bbrinston@deloitte.ca::f0a9e807-13c5-4bf7-ae27-946f04862d97" providerId="AD"/>
  <p188:author id="{759C1219-CBC3-7FE3-9FC2-B54083B29A8C}" name="Bruccoleri, Jessica" initials="BJ" userId="S::jebruccoleri@deloitte.ca::fc70f803-b696-4e7b-8467-20823e2e6cfc" providerId="AD"/>
  <p188:author id="{DE25A62B-A77F-05F4-54D0-5ECA94B90351}" name="Boualga, Zoheir" initials="BZ" userId="S::zboualga@deloitte.ca::9265e14a-c121-424a-99ca-d24758890566" providerId="AD"/>
  <p188:author id="{749D9932-14D7-35EA-FE42-4487FD5904F9}" name="Lamtaouab, Aya" initials="AL" userId="S::alamtaouab@deloitte.ca::7ac7f3b1-7bc6-421a-8a9d-4fb6d87ac763" providerId="AD"/>
  <p188:author id="{694E8836-090B-CF84-026B-8DF8FD745C13}" name="St-Martin, Frederic" initials="SF" userId="S::fstmartin@deloitte.ca::7360e4fe-b84e-4a24-a8c4-dd52a4906211" providerId="AD"/>
  <p188:author id="{07F7DF3B-FFC5-DB7A-D202-38ACBF5CD42D}" name="Jemon, Rithin" initials="RJ" userId="Jemon, Rithin" providerId="None"/>
  <p188:author id="{4AB1F842-CFA4-0503-4A8E-3F6E2B2AC794}" name="Ng, Dione" initials="ND" userId="S::ding@deloitte.ca::85d9ae26-b058-4331-b7ac-86216159a4dc" providerId="AD"/>
  <p188:author id="{AFF66045-7819-8DBD-FEA6-9A5E1EF1BBEA}" name="Fraser, Isabelle" initials="IF" userId="S::ifraser@deloitte.ca::156e2d67-0b28-4a4d-ad4d-c79756517cf0" providerId="AD"/>
  <p188:author id="{7BBBD747-C538-D600-B815-923EFD99FDE6}" name="Chugunova, Irina V" initials="CV" userId="S::ichugunova@deloitte.ca::feef4c03-a3d9-4aa7-a7ee-ac7eb6efbe7b" providerId="AD"/>
  <p188:author id="{5397C04C-9CD6-D44E-233F-D87398B2F38C}" name="Bourgie, Melissa" initials="BM" userId="S::mbourgie@deloitte.ca::23feaf72-ede7-4cfa-a628-bde96764a65c" providerId="AD"/>
  <p188:author id="{B6D0C354-8AB3-5FE2-40D7-9D3003C43B0C}" name="Wali, Divya" initials="WD" userId="S::dwali@deloitte.ca::149dab87-53e9-419b-8e6c-aad39e4adba8" providerId="AD"/>
  <p188:author id="{E2583659-83FA-5CF5-831E-A5F142FAB11C}" name="Jordan, Mark" initials="MJ" userId="Jordan, Mark" providerId="None"/>
  <p188:author id="{4C7A9B60-6910-4EB8-47D2-BBF954D56A11}" name="Messaoudi-Ohayon, Adam" initials="MOA" userId="S::amessaoudiohayon@deloitte.ca::ea97942c-98bd-4b9d-9ad0-bcfb7ea0cd25" providerId="AD"/>
  <p188:author id="{BC23D26A-D093-29B5-E8FE-058782B88853}" name="Ray, Abhishek" initials="RA" userId="S::abhisray@deloitte.ca::ee043c7e-8147-4ca2-b400-372a9a647645" providerId="AD"/>
  <p188:author id="{88F2066C-FFC7-A17E-2E78-2F1438043B0E}" name="Joyce, Rod" initials="JR" userId="S::rjoyce@deloitte.ca::eac89b89-797a-4e89-9aca-d5832adc87ee" providerId="AD"/>
  <p188:author id="{6B8FE36F-2000-64FF-9484-715621879F52}" name="Thacker, Vandana" initials="TV" userId="S::vanthacker@deloitte.ca::ccf719e0-c517-4567-b793-610c936d8876" providerId="AD"/>
  <p188:author id="{CCE7E783-DF79-7E89-1C1F-401319CE0473}" name="Allard, Jean-Francois" initials="AJ" userId="S::jeallard@deloitte.ca::82c55698-1e79-4e7a-bcd0-4927767d2997" providerId="AD"/>
  <p188:author id="{7F015F84-5B88-6071-0803-89F9BC67F993}" name="de Haan, Zachary" initials="dHZ" userId="S::zdehaan@deloitte.ca::31e2d99f-00ec-4dae-b37a-303287133819" providerId="AD"/>
  <p188:author id="{358CA784-5D95-8B37-C3CA-953D3D33038F}" name="Hasan, Ambreen" initials="HA" userId="S::amhasan@deloitte.ca::04781e36-548a-4fc3-88be-f88eb7fdff60" providerId="AD"/>
  <p188:author id="{CBD6F885-6C9B-122E-CD98-3D6758CCC7FA}" name="Lamb, Warren" initials="LW" userId="S::wlamb@deloitte.ca::d8ba4b7c-80af-44a9-b77a-6aaf9a863964" providerId="AD"/>
  <p188:author id="{9B83FF87-EA51-CDE9-7C99-B7440D86E1A1}" name="Bharti, Divya" initials="BD" userId="S::dibharti@deloitte.ca::098dabe3-dc6f-4683-bbdb-0928fe0e7112" providerId="AD"/>
  <p188:author id="{E6426099-191D-2D67-5863-EB865147C02A}" name="Babalola, Emmy" initials="BE" userId="S::ebabalola@deloitte.ca::16d954a6-92fc-4143-987c-9671c6971b2d" providerId="AD"/>
  <p188:author id="{C875289A-CBAE-B76B-F284-FCA262320D39}" name="Nadarajan, Gajan" initials="NG" userId="S::gnadarajan@deloitte.ca::641df9a3-3113-4003-8519-62c65aae3218" providerId="AD"/>
  <p188:author id="{1BF59CA2-A728-AC37-F86D-A862D81E1E6E}" name="Pomerleau, Pierre-Luc" initials="PP" userId="S::ppomerleau@deloitte.ca::355b2056-fab0-47e4-a493-346ff7aaaaae" providerId="AD"/>
  <p188:author id="{773E1DB0-35C2-E896-AD5C-F442A1196DE5}" name="Nagar, Priyanshu" initials="NP" userId="S::prnagar@deloitte.ca::68703725-3480-4b21-832b-02591dc6d079" providerId="AD"/>
  <p188:author id="{41B8D1B0-E1DE-8DBE-3871-923F2528048D}" name="Kersti Landra" initials="KL" userId="Kersti Landra" providerId="None"/>
  <p188:author id="{ED74C0B8-62C1-B75B-8BB4-A9A9CE296F37}" name="Anthony, David" initials="AD" userId="S::danthony@deloitte.ca::2ac01cc3-a630-4278-8212-da177f14e814" providerId="AD"/>
  <p188:author id="{41239FBB-7C6A-8AFA-2D62-F020A8490F80}" name="Lin, David" initials="DL" userId="S::davlin@deloitte.ca::ce1f04b3-c96a-433f-995d-d2a58be28702" providerId="AD"/>
  <p188:author id="{BCD14FBF-B42F-91DC-F202-2851959F071B}" name="Aruwa, Emmanuel" initials="AE" userId="S::earuwa@deloitte.ca::feba7ecc-ea4a-48dc-8ab2-a111d7485fee" providerId="AD"/>
  <p188:author id="{FF62DCC5-3512-C4CA-E469-15311E6D8F24}" name="Danylenko, Victoria" initials="VD" userId="S::vdanylenko@deloitte.ca::a17cf9ef-a2dd-43d2-956f-4d9b3fc57206" providerId="AD"/>
  <p188:author id="{F9C637CA-364C-DE14-7CC8-B6A472DA4927}" name="Rado, Arturo" initials="RA" userId="S::arado@deloitte.ca::40a3825d-002a-4a3e-8224-95e67f52a752" providerId="AD"/>
  <p188:author id="{B34280D1-FC7F-BF74-A4DE-2042E6597BB0}" name="Javed, Yasir" initials="JY" userId="S::yjaved@deloitte.ca::515e84a9-036f-4392-a250-a336596544ad" providerId="AD"/>
  <p188:author id="{AB734DDC-33FC-09D4-4CB1-0C1D8505D7D6}" name="Ing, Isabel" initials="II" userId="S::ising@deloitte.ca::24af66db-c77a-4990-9a46-b9fac02e3dbf" providerId="AD"/>
  <p188:author id="{3CC69BE6-E882-D194-CA16-AA5255429E79}" name="Olson, Renita" initials="OR" userId="S::reolson@deloitte.ca::3f333c8c-5bf5-460b-81cc-2e28bad95a97" providerId="AD"/>
  <p188:author id="{4D942AE9-6EA2-E243-FB88-4244E123F471}" name="Luh, Kevin" initials="KL" userId="S::kluh@deloitte.ca::b0cf5418-ad74-4820-a41c-cc0e018a4c6e" providerId="AD"/>
  <p188:author id="{A0FD77F4-9043-EA1B-A125-4010C61B9D9D}" name="Pai, Diksha" initials="DP" userId="S::dpai@deloitte.ca::21318103-c446-4a8b-8fd8-9dbf16fc955d" providerId="AD"/>
  <p188:author id="{FD64EDF5-797E-8457-01C1-0CAD7FBE93D1}" name="Peric, Vesna (CA - Toronto)" initials="PV(-T" userId="Peric, Vesna (CA - Toronto)" providerId="None"/>
  <p188:author id="{C842A4F7-8BF9-1BB0-8962-FE5E99B29A2B}" name="Grigoryan, David" initials="GD" userId="S::dgrigoryan@deloitte.ca::c5c566b9-73ec-4842-84dc-3daebdbcff76"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Derksen, Ali" initials="DA" lastIdx="11" clrIdx="0">
    <p:extLst>
      <p:ext uri="{19B8F6BF-5375-455C-9EA6-DF929625EA0E}">
        <p15:presenceInfo xmlns:p15="http://schemas.microsoft.com/office/powerpoint/2012/main" userId="S-1-5-21-823518204-362288127-1606980848-486603" providerId="AD"/>
      </p:ext>
    </p:extLst>
  </p:cmAuthor>
  <p:cmAuthor id="2" name="Graham, Peter (CA - Toronto)" initials="GP(-T" lastIdx="31" clrIdx="1">
    <p:extLst>
      <p:ext uri="{19B8F6BF-5375-455C-9EA6-DF929625EA0E}">
        <p15:presenceInfo xmlns:p15="http://schemas.microsoft.com/office/powerpoint/2012/main" userId="Graham, Peter (CA - Toronto)" providerId="None"/>
      </p:ext>
    </p:extLst>
  </p:cmAuthor>
  <p:cmAuthor id="3" name="McKaig, Andrew (CA - Toronto)" initials="MA(-T" lastIdx="2" clrIdx="2">
    <p:extLst>
      <p:ext uri="{19B8F6BF-5375-455C-9EA6-DF929625EA0E}">
        <p15:presenceInfo xmlns:p15="http://schemas.microsoft.com/office/powerpoint/2012/main" userId="McKaig, Andrew (CA - Toronto)"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38CF2"/>
    <a:srgbClr val="4F0F86"/>
    <a:srgbClr val="3E4043"/>
    <a:srgbClr val="DBD2C7"/>
    <a:srgbClr val="DDF4FF"/>
    <a:srgbClr val="CDF0FF"/>
    <a:srgbClr val="0076A8"/>
    <a:srgbClr val="917B5E"/>
    <a:srgbClr val="387271"/>
    <a:srgbClr val="B7B7B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39BBAC9-C42E-4057-B111-FD59077D168F}" v="2032" dt="2026-09-10T19:24:23.67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98" y="96"/>
      </p:cViewPr>
      <p:guideLst>
        <p:guide pos="3792"/>
        <p:guide orient="horz" pos="3648"/>
        <p:guide orient="horz" pos="3552"/>
        <p:guide orient="horz" pos="576"/>
        <p:guide pos="4104"/>
        <p:guide orient="horz" pos="1248"/>
        <p:guide pos="3960"/>
        <p:guide pos="360"/>
        <p:guide pos="2040"/>
        <p:guide pos="2808"/>
        <p:guide pos="5256"/>
        <p:guide pos="4680"/>
        <p:guide orient="horz" pos="360"/>
        <p:guide orient="horz" pos="3096"/>
        <p:guide orient="horz" pos="1344"/>
        <p:guide pos="6552"/>
        <p:guide orient="horz" pos="1728"/>
        <p:guide orient="horz" pos="1656"/>
        <p:guide orient="horz" pos="2712"/>
        <p:guide pos="4512"/>
        <p:guide orient="horz" pos="3663"/>
        <p:guide pos="1488"/>
      </p:guideLst>
    </p:cSldViewPr>
  </p:slideViewPr>
  <p:notesTextViewPr>
    <p:cViewPr>
      <p:scale>
        <a:sx n="1" d="1"/>
        <a:sy n="1" d="1"/>
      </p:scale>
      <p:origin x="0" y="0"/>
    </p:cViewPr>
  </p:notesTextViewPr>
  <p:notesViewPr>
    <p:cSldViewPr snapToGrid="0">
      <p:cViewPr varScale="1">
        <p:scale>
          <a:sx n="66" d="100"/>
          <a:sy n="66" d="100"/>
        </p:scale>
        <p:origin x="0" y="0"/>
      </p:cViewPr>
      <p:guideLst>
        <p:guide orient="horz" pos="2928"/>
        <p:guide pos="2208"/>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tags" Target="tags/tag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23" Type="http://schemas.microsoft.com/office/2018/10/relationships/authors" Target="authors.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 Id="rId22"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 y="1"/>
            <a:ext cx="3038049" cy="464316"/>
          </a:xfrm>
          <a:prstGeom prst="rect">
            <a:avLst/>
          </a:prstGeom>
        </p:spPr>
        <p:txBody>
          <a:bodyPr vert="horz" lIns="87631" tIns="43816" rIns="87631" bIns="43816" rtlCol="0"/>
          <a:lstStyle>
            <a:lvl1pPr algn="l">
              <a:defRPr sz="1100"/>
            </a:lvl1pPr>
          </a:lstStyle>
          <a:p>
            <a:endParaRPr lang="en-US">
              <a:latin typeface="Arial" panose="020B0604020202020204" pitchFamily="34" charset="0"/>
            </a:endParaRPr>
          </a:p>
        </p:txBody>
      </p:sp>
      <p:sp>
        <p:nvSpPr>
          <p:cNvPr id="3" name="Date Placeholder 2"/>
          <p:cNvSpPr>
            <a:spLocks noGrp="1"/>
          </p:cNvSpPr>
          <p:nvPr>
            <p:ph type="dt" sz="quarter" idx="1"/>
          </p:nvPr>
        </p:nvSpPr>
        <p:spPr>
          <a:xfrm>
            <a:off x="3970784" y="1"/>
            <a:ext cx="3038049" cy="464316"/>
          </a:xfrm>
          <a:prstGeom prst="rect">
            <a:avLst/>
          </a:prstGeom>
        </p:spPr>
        <p:txBody>
          <a:bodyPr vert="horz" lIns="87631" tIns="43816" rIns="87631" bIns="43816" rtlCol="0"/>
          <a:lstStyle>
            <a:lvl1pPr algn="r">
              <a:defRPr sz="1100"/>
            </a:lvl1pPr>
          </a:lstStyle>
          <a:p>
            <a:fld id="{B4AD245C-091B-44E2-BFB0-BD94217887F7}" type="datetimeFigureOut">
              <a:rPr lang="en-US" smtClean="0">
                <a:latin typeface="Arial" panose="020B0604020202020204" pitchFamily="34" charset="0"/>
              </a:rPr>
              <a:t>9/8/2026</a:t>
            </a:fld>
            <a:endParaRPr lang="en-US">
              <a:latin typeface="Arial" panose="020B0604020202020204" pitchFamily="34" charset="0"/>
            </a:endParaRPr>
          </a:p>
        </p:txBody>
      </p:sp>
      <p:sp>
        <p:nvSpPr>
          <p:cNvPr id="4" name="Footer Placeholder 3"/>
          <p:cNvSpPr>
            <a:spLocks noGrp="1"/>
          </p:cNvSpPr>
          <p:nvPr>
            <p:ph type="ftr" sz="quarter" idx="2"/>
          </p:nvPr>
        </p:nvSpPr>
        <p:spPr>
          <a:xfrm>
            <a:off x="4" y="8830644"/>
            <a:ext cx="3038049" cy="464316"/>
          </a:xfrm>
          <a:prstGeom prst="rect">
            <a:avLst/>
          </a:prstGeom>
        </p:spPr>
        <p:txBody>
          <a:bodyPr vert="horz" lIns="87631" tIns="43816" rIns="87631" bIns="43816" rtlCol="0" anchor="b"/>
          <a:lstStyle>
            <a:lvl1pPr algn="l">
              <a:defRPr sz="1100"/>
            </a:lvl1pPr>
          </a:lstStyle>
          <a:p>
            <a:endParaRPr lang="en-US">
              <a:latin typeface="Arial" panose="020B0604020202020204" pitchFamily="34" charset="0"/>
            </a:endParaRPr>
          </a:p>
        </p:txBody>
      </p:sp>
      <p:sp>
        <p:nvSpPr>
          <p:cNvPr id="5" name="Slide Number Placeholder 4"/>
          <p:cNvSpPr>
            <a:spLocks noGrp="1"/>
          </p:cNvSpPr>
          <p:nvPr>
            <p:ph type="sldNum" sz="quarter" idx="3"/>
          </p:nvPr>
        </p:nvSpPr>
        <p:spPr>
          <a:xfrm>
            <a:off x="3970784" y="8830644"/>
            <a:ext cx="3038049" cy="464316"/>
          </a:xfrm>
          <a:prstGeom prst="rect">
            <a:avLst/>
          </a:prstGeom>
        </p:spPr>
        <p:txBody>
          <a:bodyPr vert="horz" lIns="87631" tIns="43816" rIns="87631" bIns="43816" rtlCol="0" anchor="b"/>
          <a:lstStyle>
            <a:lvl1pPr algn="r">
              <a:defRPr sz="1100"/>
            </a:lvl1pPr>
          </a:lstStyle>
          <a:p>
            <a:fld id="{9A913F39-CFF6-40F1-84D1-700840B41EAB}" type="slidenum">
              <a:rPr lang="en-US" smtClean="0">
                <a:latin typeface="Arial" panose="020B0604020202020204" pitchFamily="34" charset="0"/>
              </a:rPr>
              <a:t>‹#›</a:t>
            </a:fld>
            <a:endParaRPr lang="en-US">
              <a:latin typeface="Arial" panose="020B0604020202020204" pitchFamily="34" charset="0"/>
            </a:endParaRPr>
          </a:p>
        </p:txBody>
      </p:sp>
    </p:spTree>
    <p:extLst>
      <p:ext uri="{BB962C8B-B14F-4D97-AF65-F5344CB8AC3E}">
        <p14:creationId xmlns:p14="http://schemas.microsoft.com/office/powerpoint/2010/main" val="195481318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037840" cy="464820"/>
          </a:xfrm>
          <a:prstGeom prst="rect">
            <a:avLst/>
          </a:prstGeom>
        </p:spPr>
        <p:txBody>
          <a:bodyPr vert="horz" lIns="94923" tIns="47461" rIns="94923" bIns="47461" rtlCol="0"/>
          <a:lstStyle>
            <a:lvl1pPr algn="l">
              <a:defRPr sz="1200">
                <a:latin typeface="Arial" panose="020B0604020202020204" pitchFamily="34" charset="0"/>
              </a:defRPr>
            </a:lvl1pPr>
          </a:lstStyle>
          <a:p>
            <a:endParaRPr lang="en-US"/>
          </a:p>
        </p:txBody>
      </p:sp>
      <p:sp>
        <p:nvSpPr>
          <p:cNvPr id="3" name="Date Placeholder 2"/>
          <p:cNvSpPr>
            <a:spLocks noGrp="1"/>
          </p:cNvSpPr>
          <p:nvPr>
            <p:ph type="dt" idx="1"/>
          </p:nvPr>
        </p:nvSpPr>
        <p:spPr>
          <a:xfrm>
            <a:off x="3970939" y="1"/>
            <a:ext cx="3037840" cy="464820"/>
          </a:xfrm>
          <a:prstGeom prst="rect">
            <a:avLst/>
          </a:prstGeom>
        </p:spPr>
        <p:txBody>
          <a:bodyPr vert="horz" lIns="94923" tIns="47461" rIns="94923" bIns="47461" rtlCol="0"/>
          <a:lstStyle>
            <a:lvl1pPr algn="r">
              <a:defRPr sz="1200">
                <a:latin typeface="Arial" panose="020B0604020202020204" pitchFamily="34" charset="0"/>
              </a:defRPr>
            </a:lvl1pPr>
          </a:lstStyle>
          <a:p>
            <a:fld id="{0BA5BBE4-AEA3-489A-A28E-0C2FAF2506E3}" type="datetimeFigureOut">
              <a:rPr lang="en-US" smtClean="0"/>
              <a:pPr/>
              <a:t>9/8/2026</a:t>
            </a:fld>
            <a:endParaRPr lang="en-US"/>
          </a:p>
        </p:txBody>
      </p:sp>
      <p:sp>
        <p:nvSpPr>
          <p:cNvPr id="4" name="Slide Image Placeholder 3"/>
          <p:cNvSpPr>
            <a:spLocks noGrp="1" noRot="1" noChangeAspect="1"/>
          </p:cNvSpPr>
          <p:nvPr>
            <p:ph type="sldImg" idx="2"/>
          </p:nvPr>
        </p:nvSpPr>
        <p:spPr>
          <a:xfrm>
            <a:off x="407988" y="698500"/>
            <a:ext cx="6194425" cy="3484563"/>
          </a:xfrm>
          <a:prstGeom prst="rect">
            <a:avLst/>
          </a:prstGeom>
          <a:noFill/>
          <a:ln w="12700">
            <a:solidFill>
              <a:prstClr val="black"/>
            </a:solidFill>
          </a:ln>
        </p:spPr>
        <p:txBody>
          <a:bodyPr vert="horz" lIns="94923" tIns="47461" rIns="94923" bIns="47461" rtlCol="0" anchor="ctr"/>
          <a:lstStyle/>
          <a:p>
            <a:endParaRPr lang="en-GB"/>
          </a:p>
        </p:txBody>
      </p:sp>
      <p:sp>
        <p:nvSpPr>
          <p:cNvPr id="5" name="Notes Placeholder 4"/>
          <p:cNvSpPr>
            <a:spLocks noGrp="1"/>
          </p:cNvSpPr>
          <p:nvPr>
            <p:ph type="body" sz="quarter" idx="3"/>
          </p:nvPr>
        </p:nvSpPr>
        <p:spPr>
          <a:xfrm>
            <a:off x="701040" y="4415791"/>
            <a:ext cx="5608320" cy="4183380"/>
          </a:xfrm>
          <a:prstGeom prst="rect">
            <a:avLst/>
          </a:prstGeom>
        </p:spPr>
        <p:txBody>
          <a:bodyPr vert="horz" lIns="94923" tIns="47461" rIns="94923" bIns="47461"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8"/>
            <a:ext cx="3037840" cy="464820"/>
          </a:xfrm>
          <a:prstGeom prst="rect">
            <a:avLst/>
          </a:prstGeom>
        </p:spPr>
        <p:txBody>
          <a:bodyPr vert="horz" lIns="94923" tIns="47461" rIns="94923" bIns="47461" rtlCol="0" anchor="b"/>
          <a:lstStyle>
            <a:lvl1pPr algn="l">
              <a:defRPr sz="1200">
                <a:latin typeface="Arial" panose="020B0604020202020204" pitchFamily="34" charset="0"/>
              </a:defRPr>
            </a:lvl1pPr>
          </a:lstStyle>
          <a:p>
            <a:endParaRPr lang="en-US"/>
          </a:p>
        </p:txBody>
      </p:sp>
      <p:sp>
        <p:nvSpPr>
          <p:cNvPr id="7" name="Slide Number Placeholder 6"/>
          <p:cNvSpPr>
            <a:spLocks noGrp="1"/>
          </p:cNvSpPr>
          <p:nvPr>
            <p:ph type="sldNum" sz="quarter" idx="5"/>
          </p:nvPr>
        </p:nvSpPr>
        <p:spPr>
          <a:xfrm>
            <a:off x="3970939" y="8829968"/>
            <a:ext cx="3037840" cy="464820"/>
          </a:xfrm>
          <a:prstGeom prst="rect">
            <a:avLst/>
          </a:prstGeom>
        </p:spPr>
        <p:txBody>
          <a:bodyPr vert="horz" lIns="94923" tIns="47461" rIns="94923" bIns="47461" rtlCol="0" anchor="b"/>
          <a:lstStyle>
            <a:lvl1pPr algn="r">
              <a:defRPr sz="1200">
                <a:latin typeface="Arial" panose="020B0604020202020204" pitchFamily="34" charset="0"/>
              </a:defRPr>
            </a:lvl1pPr>
          </a:lstStyle>
          <a:p>
            <a:fld id="{C0F4A2C8-6C88-4E71-83EE-698B9D4FE22F}" type="slidenum">
              <a:rPr lang="en-US" smtClean="0"/>
              <a:pPr/>
              <a:t>‹#›</a:t>
            </a:fld>
            <a:endParaRPr lang="en-US"/>
          </a:p>
        </p:txBody>
      </p:sp>
    </p:spTree>
    <p:extLst>
      <p:ext uri="{BB962C8B-B14F-4D97-AF65-F5344CB8AC3E}">
        <p14:creationId xmlns:p14="http://schemas.microsoft.com/office/powerpoint/2010/main" val="1904730299"/>
      </p:ext>
    </p:extLst>
  </p:cSld>
  <p:clrMap bg1="lt1" tx1="dk1" bg2="lt2" tx2="dk2" accent1="accent1" accent2="accent2" accent3="accent3" accent4="accent4" accent5="accent5" accent6="accent6" hlink="hlink" folHlink="folHlink"/>
  <p:hf hdr="0" ftr="0" dt="0"/>
  <p:notesStyle>
    <a:lvl1pPr marL="0" algn="l" defTabSz="1219170" rtl="0" eaLnBrk="1" latinLnBrk="0" hangingPunct="1">
      <a:defRPr sz="1600" kern="1200">
        <a:solidFill>
          <a:schemeClr val="tx1"/>
        </a:solidFill>
        <a:latin typeface="Arial" panose="020B0604020202020204" pitchFamily="34" charset="0"/>
        <a:ea typeface="+mn-ea"/>
        <a:cs typeface="+mn-cs"/>
      </a:defRPr>
    </a:lvl1pPr>
    <a:lvl2pPr marL="609585" algn="l" defTabSz="1219170" rtl="0" eaLnBrk="1" latinLnBrk="0" hangingPunct="1">
      <a:defRPr sz="1600" kern="1200">
        <a:solidFill>
          <a:schemeClr val="tx1"/>
        </a:solidFill>
        <a:latin typeface="Arial" panose="020B0604020202020204" pitchFamily="34" charset="0"/>
        <a:ea typeface="+mn-ea"/>
        <a:cs typeface="+mn-cs"/>
      </a:defRPr>
    </a:lvl2pPr>
    <a:lvl3pPr marL="1219170" algn="l" defTabSz="1219170" rtl="0" eaLnBrk="1" latinLnBrk="0" hangingPunct="1">
      <a:defRPr sz="1600" kern="1200">
        <a:solidFill>
          <a:schemeClr val="tx1"/>
        </a:solidFill>
        <a:latin typeface="Arial" panose="020B0604020202020204" pitchFamily="34" charset="0"/>
        <a:ea typeface="+mn-ea"/>
        <a:cs typeface="+mn-cs"/>
      </a:defRPr>
    </a:lvl3pPr>
    <a:lvl4pPr marL="1828754" algn="l" defTabSz="1219170" rtl="0" eaLnBrk="1" latinLnBrk="0" hangingPunct="1">
      <a:defRPr sz="1600" kern="1200">
        <a:solidFill>
          <a:schemeClr val="tx1"/>
        </a:solidFill>
        <a:latin typeface="Arial" panose="020B0604020202020204" pitchFamily="34" charset="0"/>
        <a:ea typeface="+mn-ea"/>
        <a:cs typeface="+mn-cs"/>
      </a:defRPr>
    </a:lvl4pPr>
    <a:lvl5pPr marL="2438339" algn="l" defTabSz="1219170" rtl="0" eaLnBrk="1" latinLnBrk="0" hangingPunct="1">
      <a:defRPr sz="1600" kern="1200">
        <a:solidFill>
          <a:schemeClr val="tx1"/>
        </a:solidFill>
        <a:latin typeface="Arial" panose="020B0604020202020204" pitchFamily="34" charset="0"/>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marL="0" marR="0" lvl="0" indent="0" algn="r" defTabSz="966612" rtl="0" eaLnBrk="1" fontAlgn="auto" latinLnBrk="0" hangingPunct="1">
              <a:lnSpc>
                <a:spcPct val="100000"/>
              </a:lnSpc>
              <a:spcBef>
                <a:spcPts val="0"/>
              </a:spcBef>
              <a:spcAft>
                <a:spcPts val="0"/>
              </a:spcAft>
              <a:buClrTx/>
              <a:buSzTx/>
              <a:buFontTx/>
              <a:buNone/>
              <a:tabLst/>
              <a:defRPr/>
            </a:pPr>
            <a:fld id="{08A34052-12FB-4B01-8A2E-D87AD7371E95}"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66612"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069270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DBC8CD-653A-08E7-2522-490D95758C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6C57AD-E2B6-4DC6-88DE-43A87B8F42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C6C2E8-D38D-339C-FBA4-FE83C0D7EB5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CDE6ACC-7472-BEBB-9139-9C25BD0EF856}"/>
              </a:ext>
            </a:extLst>
          </p:cNvPr>
          <p:cNvSpPr>
            <a:spLocks noGrp="1"/>
          </p:cNvSpPr>
          <p:nvPr>
            <p:ph type="sldNum" sz="quarter" idx="5"/>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B5947599-835B-407E-BB99-8FF97F2D72B0}"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7902381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68D1AA-4A6D-C412-454C-B32D8F71BD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7C2ABB-C40A-9568-326C-B909BC2F9D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AFA2F9-5F48-8A85-988D-BF014F63D50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8366523-D30F-313A-1645-D2ED02499B39}"/>
              </a:ext>
            </a:extLst>
          </p:cNvPr>
          <p:cNvSpPr>
            <a:spLocks noGrp="1"/>
          </p:cNvSpPr>
          <p:nvPr>
            <p:ph type="sldNum" sz="quarter" idx="5"/>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B5947599-835B-407E-BB99-8FF97F2D72B0}"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6340294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7B42AC-5355-111B-4943-841A73DDC0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2D1A63-BCC2-965A-F0BF-37C927D3CB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A18A12-AF43-0D6C-3B98-7C78C1F8AE6D}"/>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8DBB2D68-0DFE-9641-47F6-C76A791E6ADB}"/>
              </a:ext>
            </a:extLst>
          </p:cNvPr>
          <p:cNvSpPr>
            <a:spLocks noGrp="1"/>
          </p:cNvSpPr>
          <p:nvPr>
            <p:ph type="sldNum" sz="quarter" idx="5"/>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B5947599-835B-407E-BB99-8FF97F2D72B0}"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605151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52496D-27ED-EAA5-F6F6-AE8D44C39C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196574-7348-4EAE-7D0E-E41D04D526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0FF0F1-743A-09D9-DF50-4C5D1C9CE9F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FEE339B-C2EA-D9E9-5C73-6D00602E27F2}"/>
              </a:ext>
            </a:extLst>
          </p:cNvPr>
          <p:cNvSpPr>
            <a:spLocks noGrp="1"/>
          </p:cNvSpPr>
          <p:nvPr>
            <p:ph type="sldNum" sz="quarter" idx="5"/>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B5947599-835B-407E-BB99-8FF97F2D72B0}"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9701193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4C9577-70C2-5FEA-7BE7-18B943AD35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B3E30F-1A39-56BF-5F38-BB47415E53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BE159C-2BC5-C726-3640-C91A93E1DED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B96E3CA-6D3F-BCA8-CF54-99E65D977F96}"/>
              </a:ext>
            </a:extLst>
          </p:cNvPr>
          <p:cNvSpPr>
            <a:spLocks noGrp="1"/>
          </p:cNvSpPr>
          <p:nvPr>
            <p:ph type="sldNum" sz="quarter" idx="5"/>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B5947599-835B-407E-BB99-8FF97F2D72B0}"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520051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09BC28-3738-7F20-76F6-5D75A92583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4EE1FE-CB17-176C-09A0-E9FE50548F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81A38A-D010-E323-66F8-E1D8C93AE6C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1A50563-109C-57DA-BFBA-9AB62099E8C7}"/>
              </a:ext>
            </a:extLst>
          </p:cNvPr>
          <p:cNvSpPr>
            <a:spLocks noGrp="1"/>
          </p:cNvSpPr>
          <p:nvPr>
            <p:ph type="sldNum" sz="quarter" idx="5"/>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B5947599-835B-407E-BB99-8FF97F2D72B0}"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5712666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953CA9-9BBC-306A-3AB2-72EDD3136D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188B4A-35BD-662E-31C7-72B49BB952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C35231-5EDF-3935-9D9A-5D9F0FAF9DA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400D68D-759E-9A39-41EF-F59BEFE21424}"/>
              </a:ext>
            </a:extLst>
          </p:cNvPr>
          <p:cNvSpPr>
            <a:spLocks noGrp="1"/>
          </p:cNvSpPr>
          <p:nvPr>
            <p:ph type="sldNum" sz="quarter" idx="5"/>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B5947599-835B-407E-BB99-8FF97F2D72B0}"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2731991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15B568-FFF4-2D60-602E-DF093C5A3A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99B5CB-C4C4-C9C2-27B3-77C9B5B215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7DD4A1-74F5-F2B1-F2BB-556FD791EF9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CF0D79B-AE00-73F4-D273-2F77A111427E}"/>
              </a:ext>
            </a:extLst>
          </p:cNvPr>
          <p:cNvSpPr>
            <a:spLocks noGrp="1"/>
          </p:cNvSpPr>
          <p:nvPr>
            <p:ph type="sldNum" sz="quarter" idx="5"/>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B5947599-835B-407E-BB99-8FF97F2D72B0}"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0187158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One line headlin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9900" y="325437"/>
            <a:ext cx="11232573" cy="291783"/>
          </a:xfrm>
          <a:prstGeom prst="rect">
            <a:avLst/>
          </a:prstGeom>
        </p:spPr>
        <p:txBody>
          <a:bodyPr lIns="0" tIns="0" rIns="0" bIns="0"/>
          <a:lstStyle>
            <a:lvl1pPr>
              <a:defRPr b="1">
                <a:latin typeface="Calibri" panose="020F0502020204030204" pitchFamily="34" charset="0"/>
                <a:cs typeface="Calibri" panose="020F0502020204030204" pitchFamily="34" charset="0"/>
              </a:defRPr>
            </a:lvl1pPr>
          </a:lstStyle>
          <a:p>
            <a:r>
              <a:rPr lang="en-US"/>
              <a:t>One line headline</a:t>
            </a:r>
          </a:p>
        </p:txBody>
      </p:sp>
    </p:spTree>
    <p:extLst>
      <p:ext uri="{BB962C8B-B14F-4D97-AF65-F5344CB8AC3E}">
        <p14:creationId xmlns:p14="http://schemas.microsoft.com/office/powerpoint/2010/main" val="1513413397"/>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orient="horz" pos="4128">
          <p15:clr>
            <a:srgbClr val="FBAE40"/>
          </p15:clr>
        </p15:guide>
        <p15:guide id="3" pos="6912">
          <p15:clr>
            <a:srgbClr val="FBAE40"/>
          </p15:clr>
        </p15:guide>
        <p15:guide id="4" orient="horz" pos="576">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Deloitte END">
    <p:bg>
      <p:bgPr>
        <a:solidFill>
          <a:schemeClr val="tx1"/>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4467545" y="2609008"/>
            <a:ext cx="3256910" cy="1323750"/>
          </a:xfrm>
          <a:prstGeom prst="rect">
            <a:avLst/>
          </a:prstGeom>
        </p:spPr>
      </p:pic>
    </p:spTree>
    <p:extLst>
      <p:ext uri="{BB962C8B-B14F-4D97-AF65-F5344CB8AC3E}">
        <p14:creationId xmlns:p14="http://schemas.microsoft.com/office/powerpoint/2010/main" val="2729160409"/>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1_Title, Subhead">
    <p:spTree>
      <p:nvGrpSpPr>
        <p:cNvPr id="1" name=""/>
        <p:cNvGrpSpPr/>
        <p:nvPr/>
      </p:nvGrpSpPr>
      <p:grpSpPr>
        <a:xfrm>
          <a:off x="0" y="0"/>
          <a:ext cx="0" cy="0"/>
          <a:chOff x="0" y="0"/>
          <a:chExt cx="0" cy="0"/>
        </a:xfrm>
      </p:grpSpPr>
      <p:sp>
        <p:nvSpPr>
          <p:cNvPr id="13" name="Text Placeholder 12">
            <a:extLst>
              <a:ext uri="{FF2B5EF4-FFF2-40B4-BE49-F238E27FC236}">
                <a16:creationId xmlns:a16="http://schemas.microsoft.com/office/drawing/2014/main" id="{F4116B46-241F-6F52-CF2A-F9000A02B5D9}"/>
              </a:ext>
            </a:extLst>
          </p:cNvPr>
          <p:cNvSpPr>
            <a:spLocks noGrp="1"/>
          </p:cNvSpPr>
          <p:nvPr>
            <p:ph type="body" sz="quarter" idx="10" hasCustomPrompt="1"/>
          </p:nvPr>
        </p:nvSpPr>
        <p:spPr>
          <a:xfrm>
            <a:off x="491672" y="139110"/>
            <a:ext cx="11264900" cy="306467"/>
          </a:xfrm>
          <a:prstGeom prst="rect">
            <a:avLst/>
          </a:prstGeom>
        </p:spPr>
        <p:txBody>
          <a:bodyPr anchor="b"/>
          <a:lstStyle>
            <a:lvl1pPr>
              <a:defRPr sz="900" b="1" spc="300">
                <a:solidFill>
                  <a:schemeClr val="accent4"/>
                </a:solidFill>
              </a:defRPr>
            </a:lvl1pPr>
          </a:lstStyle>
          <a:p>
            <a:pPr lvl="0"/>
            <a:r>
              <a:rPr lang="en-US"/>
              <a:t>CLICK TO EDIT MASTER TEXT STYLES</a:t>
            </a:r>
          </a:p>
        </p:txBody>
      </p:sp>
      <p:sp>
        <p:nvSpPr>
          <p:cNvPr id="15" name="Text Placeholder 14">
            <a:extLst>
              <a:ext uri="{FF2B5EF4-FFF2-40B4-BE49-F238E27FC236}">
                <a16:creationId xmlns:a16="http://schemas.microsoft.com/office/drawing/2014/main" id="{0839B397-DAFA-629B-8CE7-15176B00E796}"/>
              </a:ext>
            </a:extLst>
          </p:cNvPr>
          <p:cNvSpPr>
            <a:spLocks noGrp="1"/>
          </p:cNvSpPr>
          <p:nvPr>
            <p:ph type="body" sz="quarter" idx="11"/>
          </p:nvPr>
        </p:nvSpPr>
        <p:spPr>
          <a:xfrm>
            <a:off x="491672" y="460861"/>
            <a:ext cx="11264900" cy="453540"/>
          </a:xfrm>
          <a:prstGeom prst="rect">
            <a:avLst/>
          </a:prstGeom>
        </p:spPr>
        <p:txBody>
          <a:bodyPr tIns="0"/>
          <a:lstStyle>
            <a:lvl1pPr>
              <a:defRPr sz="3200">
                <a:latin typeface="+mj-lt"/>
              </a:defRPr>
            </a:lvl1pPr>
          </a:lstStyle>
          <a:p>
            <a:pPr lvl="0"/>
            <a:r>
              <a:rPr lang="en-US"/>
              <a:t>Click to edit Master text styles</a:t>
            </a:r>
          </a:p>
        </p:txBody>
      </p:sp>
      <p:sp>
        <p:nvSpPr>
          <p:cNvPr id="17" name="Text Placeholder 16">
            <a:extLst>
              <a:ext uri="{FF2B5EF4-FFF2-40B4-BE49-F238E27FC236}">
                <a16:creationId xmlns:a16="http://schemas.microsoft.com/office/drawing/2014/main" id="{1A9F47B5-07D2-D9D0-5FF8-FC0A3760C2EE}"/>
              </a:ext>
            </a:extLst>
          </p:cNvPr>
          <p:cNvSpPr>
            <a:spLocks noGrp="1"/>
          </p:cNvSpPr>
          <p:nvPr>
            <p:ph type="body" sz="quarter" idx="12"/>
          </p:nvPr>
        </p:nvSpPr>
        <p:spPr>
          <a:xfrm>
            <a:off x="491672" y="931970"/>
            <a:ext cx="11264900" cy="339103"/>
          </a:xfrm>
          <a:prstGeom prst="rect">
            <a:avLst/>
          </a:prstGeom>
        </p:spPr>
        <p:txBody>
          <a:bodyPr tIns="0"/>
          <a:lstStyle/>
          <a:p>
            <a:pPr lvl="0"/>
            <a:r>
              <a:rPr lang="en-US"/>
              <a:t>Click to edit Master text styles</a:t>
            </a:r>
          </a:p>
        </p:txBody>
      </p:sp>
      <p:cxnSp>
        <p:nvCxnSpPr>
          <p:cNvPr id="6" name="Straight Connector 45">
            <a:extLst>
              <a:ext uri="{FF2B5EF4-FFF2-40B4-BE49-F238E27FC236}">
                <a16:creationId xmlns:a16="http://schemas.microsoft.com/office/drawing/2014/main" id="{B30088F9-A0E1-EF0F-BF57-7DC0CAF51D8F}"/>
              </a:ext>
            </a:extLst>
          </p:cNvPr>
          <p:cNvCxnSpPr>
            <a:cxnSpLocks/>
          </p:cNvCxnSpPr>
          <p:nvPr userDrawn="1">
            <p:custDataLst>
              <p:tags r:id="rId1"/>
            </p:custDataLst>
          </p:nvPr>
        </p:nvCxnSpPr>
        <p:spPr>
          <a:xfrm>
            <a:off x="10637919" y="139477"/>
            <a:ext cx="0" cy="365760"/>
          </a:xfrm>
          <a:prstGeom prst="line">
            <a:avLst/>
          </a:prstGeom>
          <a:ln w="12700">
            <a:solidFill>
              <a:srgbClr val="0D2233"/>
            </a:solidFill>
            <a:miter lim="800000"/>
          </a:ln>
        </p:spPr>
        <p:style>
          <a:lnRef idx="1">
            <a:schemeClr val="accent1"/>
          </a:lnRef>
          <a:fillRef idx="0">
            <a:schemeClr val="accent1"/>
          </a:fillRef>
          <a:effectRef idx="0">
            <a:schemeClr val="accent1"/>
          </a:effectRef>
          <a:fontRef idx="minor">
            <a:schemeClr val="tx1"/>
          </a:fontRef>
        </p:style>
      </p:cxnSp>
      <p:sp>
        <p:nvSpPr>
          <p:cNvPr id="9" name="Copyright">
            <a:extLst>
              <a:ext uri="{FF2B5EF4-FFF2-40B4-BE49-F238E27FC236}">
                <a16:creationId xmlns:a16="http://schemas.microsoft.com/office/drawing/2014/main" id="{261876DE-0840-B0D5-ED62-9770B5E5BF88}"/>
              </a:ext>
            </a:extLst>
          </p:cNvPr>
          <p:cNvSpPr txBox="1"/>
          <p:nvPr userDrawn="1"/>
        </p:nvSpPr>
        <p:spPr>
          <a:xfrm>
            <a:off x="4587240" y="58215"/>
            <a:ext cx="3017520" cy="138499"/>
          </a:xfrm>
          <a:prstGeom prst="rect">
            <a:avLst/>
          </a:prstGeom>
          <a:noFill/>
        </p:spPr>
        <p:txBody>
          <a:bodyPr wrap="square" lIns="0" tIns="0" rIns="0" bIns="0" rtlCol="0">
            <a:spAutoFit/>
          </a:bodyPr>
          <a:lstStyle/>
          <a:p>
            <a:pPr marL="0" indent="0" algn="ctr">
              <a:spcBef>
                <a:spcPts val="450"/>
              </a:spcBef>
              <a:buSzPct val="100000"/>
              <a:buFont typeface="Arial"/>
              <a:buNone/>
            </a:pPr>
            <a:r>
              <a:rPr lang="en-US" sz="900" b="1" i="1" baseline="0" noProof="0">
                <a:solidFill>
                  <a:sysClr val="windowText" lastClr="000000"/>
                </a:solidFill>
                <a:latin typeface="Calibri" panose="020F0502020204030204" pitchFamily="34" charset="0"/>
                <a:cs typeface="Calibri" panose="020F0502020204030204" pitchFamily="34" charset="0"/>
              </a:rPr>
              <a:t>PRIVILEGED AND CONFIDENTIAL</a:t>
            </a:r>
          </a:p>
        </p:txBody>
      </p:sp>
      <p:sp>
        <p:nvSpPr>
          <p:cNvPr id="10" name="object 11">
            <a:extLst>
              <a:ext uri="{FF2B5EF4-FFF2-40B4-BE49-F238E27FC236}">
                <a16:creationId xmlns:a16="http://schemas.microsoft.com/office/drawing/2014/main" id="{BFE2188C-836C-25D8-E6C3-4C29508DAAAF}"/>
              </a:ext>
            </a:extLst>
          </p:cNvPr>
          <p:cNvSpPr txBox="1">
            <a:spLocks/>
          </p:cNvSpPr>
          <p:nvPr userDrawn="1"/>
        </p:nvSpPr>
        <p:spPr>
          <a:xfrm>
            <a:off x="8794872" y="6520313"/>
            <a:ext cx="3893185" cy="176330"/>
          </a:xfrm>
          <a:prstGeom prst="rect">
            <a:avLst/>
          </a:prstGeom>
        </p:spPr>
        <p:txBody>
          <a:bodyPr vert="horz" wrap="square" lIns="0" tIns="22225"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marR="0" lvl="0" indent="0" algn="l" defTabSz="914400" rtl="0" eaLnBrk="1" fontAlgn="auto" latinLnBrk="0" hangingPunct="1">
              <a:lnSpc>
                <a:spcPct val="100000"/>
              </a:lnSpc>
              <a:spcBef>
                <a:spcPts val="175"/>
              </a:spcBef>
              <a:spcAft>
                <a:spcPts val="0"/>
              </a:spcAft>
              <a:buClrTx/>
              <a:buSzTx/>
              <a:buFontTx/>
              <a:buNone/>
              <a:tabLst/>
              <a:defRPr/>
            </a:pPr>
            <a:fld id="{81D60167-4931-47E6-BA6A-407CBD079E47}" type="slidenum">
              <a:rPr kumimoji="0" lang="en-US" sz="1000" b="0" i="0" u="none" strike="noStrike" kern="1200" cap="none" spc="-5" normalizeH="0" baseline="0" noProof="0" smtClean="0">
                <a:ln>
                  <a:noFill/>
                </a:ln>
                <a:solidFill>
                  <a:prstClr val="white">
                    <a:lumMod val="75000"/>
                  </a:prstClr>
                </a:solidFill>
                <a:effectLst/>
                <a:uLnTx/>
                <a:uFillTx/>
                <a:latin typeface="Segoe UI"/>
                <a:ea typeface="+mn-ea"/>
                <a:cs typeface="Segoe UI"/>
              </a:rPr>
              <a:pPr marL="38100" marR="0" lvl="0" indent="0" algn="l" defTabSz="914400" rtl="0" eaLnBrk="1" fontAlgn="auto" latinLnBrk="0" hangingPunct="1">
                <a:lnSpc>
                  <a:spcPct val="100000"/>
                </a:lnSpc>
                <a:spcBef>
                  <a:spcPts val="175"/>
                </a:spcBef>
                <a:spcAft>
                  <a:spcPts val="0"/>
                </a:spcAft>
                <a:buClrTx/>
                <a:buSzTx/>
                <a:buFontTx/>
                <a:buNone/>
                <a:tabLst/>
                <a:defRPr/>
              </a:pPr>
              <a:t>‹#›</a:t>
            </a:fld>
            <a:r>
              <a:rPr kumimoji="0" lang="en-US" sz="1000" b="0" i="0" u="none" strike="noStrike" kern="1200" cap="none" spc="28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a:t>
            </a:r>
            <a:r>
              <a:rPr kumimoji="0" lang="en-US" sz="1000" b="0" i="0" u="none" strike="noStrike" kern="1200" cap="none" spc="27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Copyright</a:t>
            </a:r>
            <a:r>
              <a:rPr kumimoji="0" lang="en-US" sz="1000" b="0" i="0" u="none" strike="noStrike" kern="1200" cap="none" spc="2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2025 </a:t>
            </a:r>
            <a:r>
              <a:rPr kumimoji="0" lang="en-US" sz="1000" b="0" i="0" u="none" strike="noStrike" kern="1200" cap="none" spc="-10" normalizeH="0" baseline="0" noProof="0">
                <a:ln>
                  <a:noFill/>
                </a:ln>
                <a:solidFill>
                  <a:prstClr val="white">
                    <a:lumMod val="75000"/>
                  </a:prstClr>
                </a:solidFill>
                <a:effectLst/>
                <a:uLnTx/>
                <a:uFillTx/>
                <a:latin typeface="Segoe UI"/>
                <a:ea typeface="+mn-ea"/>
                <a:cs typeface="Segoe UI"/>
              </a:rPr>
              <a:t>Deloitte</a:t>
            </a:r>
            <a:r>
              <a:rPr kumimoji="0" lang="en-US" sz="1000" b="0" i="0" u="none" strike="noStrike" kern="1200" cap="none" spc="10"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10" normalizeH="0" baseline="0" noProof="0">
                <a:ln>
                  <a:noFill/>
                </a:ln>
                <a:solidFill>
                  <a:prstClr val="white">
                    <a:lumMod val="75000"/>
                  </a:prstClr>
                </a:solidFill>
                <a:effectLst/>
                <a:uLnTx/>
                <a:uFillTx/>
                <a:latin typeface="Segoe UI"/>
                <a:ea typeface="+mn-ea"/>
                <a:cs typeface="Segoe UI"/>
              </a:rPr>
              <a:t>LLP.</a:t>
            </a:r>
            <a:r>
              <a:rPr kumimoji="0" lang="en-US" sz="1000" b="0" i="0" u="none" strike="noStrike" kern="1200" cap="none" spc="3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All</a:t>
            </a:r>
            <a:r>
              <a:rPr kumimoji="0" lang="en-US" sz="1000" b="0" i="0" u="none" strike="noStrike" kern="1200" cap="none" spc="-10"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rights</a:t>
            </a:r>
            <a:r>
              <a:rPr kumimoji="0" lang="en-US" sz="1000" b="0" i="0" u="none" strike="noStrike" kern="1200" cap="none" spc="1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reserved.</a:t>
            </a:r>
          </a:p>
        </p:txBody>
      </p:sp>
    </p:spTree>
    <p:extLst>
      <p:ext uri="{BB962C8B-B14F-4D97-AF65-F5344CB8AC3E}">
        <p14:creationId xmlns:p14="http://schemas.microsoft.com/office/powerpoint/2010/main" val="35698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211667" y="2646105"/>
            <a:ext cx="11768667" cy="553998"/>
          </a:xfrm>
        </p:spPr>
        <p:txBody>
          <a:bodyPr lIns="0" tIns="0" rIns="0" bIns="0"/>
          <a:lstStyle>
            <a:lvl1pPr>
              <a:defRPr sz="3600" b="1" i="0">
                <a:solidFill>
                  <a:srgbClr val="C41F3D"/>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defRPr sz="1200" b="0" i="0">
                <a:solidFill>
                  <a:srgbClr val="383A3D"/>
                </a:solidFill>
                <a:latin typeface="Arial"/>
                <a:cs typeface="Arial"/>
              </a:defRPr>
            </a:lvl1pPr>
          </a:lstStyle>
          <a:p>
            <a:pPr marL="16933">
              <a:spcBef>
                <a:spcPts val="20"/>
              </a:spcBef>
            </a:pPr>
            <a:endParaRPr lang="en-US" spc="-7"/>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411404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ags" Target="../tags/tag2.xml"/><Relationship Id="rId5"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6"/>
            </p:custDataLst>
            <p:extLst>
              <p:ext uri="{D42A27DB-BD31-4B8C-83A1-F6EECF244321}">
                <p14:modId xmlns:p14="http://schemas.microsoft.com/office/powerpoint/2010/main" val="166891810"/>
              </p:ext>
            </p:extLst>
          </p:nvPr>
        </p:nvGraphicFramePr>
        <p:xfrm>
          <a:off x="2119" y="1589"/>
          <a:ext cx="2116" cy="1587"/>
        </p:xfrm>
        <a:graphic>
          <a:graphicData uri="http://schemas.openxmlformats.org/presentationml/2006/ole">
            <mc:AlternateContent xmlns:mc="http://schemas.openxmlformats.org/markup-compatibility/2006">
              <mc:Choice xmlns:v="urn:schemas-microsoft-com:vml" Requires="v">
                <p:oleObj name="think-cell Slide" r:id="rId7" imgW="270" imgH="270" progId="TCLayout.ActiveDocument.1">
                  <p:embed/>
                </p:oleObj>
              </mc:Choice>
              <mc:Fallback>
                <p:oleObj name="think-cell Slide" r:id="rId7" imgW="270" imgH="270" progId="TCLayout.ActiveDocument.1">
                  <p:embed/>
                  <p:pic>
                    <p:nvPicPr>
                      <p:cNvPr id="4" name="Object 3" hidden="1"/>
                      <p:cNvPicPr/>
                      <p:nvPr/>
                    </p:nvPicPr>
                    <p:blipFill>
                      <a:blip r:embed="rId8"/>
                      <a:stretch>
                        <a:fillRect/>
                      </a:stretch>
                    </p:blipFill>
                    <p:spPr>
                      <a:xfrm>
                        <a:off x="2119" y="1589"/>
                        <a:ext cx="2116" cy="1587"/>
                      </a:xfrm>
                      <a:prstGeom prst="rect">
                        <a:avLst/>
                      </a:prstGeom>
                    </p:spPr>
                  </p:pic>
                </p:oleObj>
              </mc:Fallback>
            </mc:AlternateContent>
          </a:graphicData>
        </a:graphic>
      </p:graphicFrame>
      <p:sp>
        <p:nvSpPr>
          <p:cNvPr id="5" name="object 11">
            <a:extLst>
              <a:ext uri="{FF2B5EF4-FFF2-40B4-BE49-F238E27FC236}">
                <a16:creationId xmlns:a16="http://schemas.microsoft.com/office/drawing/2014/main" id="{6D94D76C-319F-36BF-93BC-9D4A893B8EE1}"/>
              </a:ext>
            </a:extLst>
          </p:cNvPr>
          <p:cNvSpPr txBox="1">
            <a:spLocks/>
          </p:cNvSpPr>
          <p:nvPr userDrawn="1"/>
        </p:nvSpPr>
        <p:spPr>
          <a:xfrm>
            <a:off x="8794872" y="6520313"/>
            <a:ext cx="3893185" cy="176330"/>
          </a:xfrm>
          <a:prstGeom prst="rect">
            <a:avLst/>
          </a:prstGeom>
        </p:spPr>
        <p:txBody>
          <a:bodyPr vert="horz" wrap="square" lIns="0" tIns="22225"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marR="0" lvl="0" indent="0" algn="l" defTabSz="914400" rtl="0" eaLnBrk="1" fontAlgn="auto" latinLnBrk="0" hangingPunct="1">
              <a:lnSpc>
                <a:spcPct val="100000"/>
              </a:lnSpc>
              <a:spcBef>
                <a:spcPts val="175"/>
              </a:spcBef>
              <a:spcAft>
                <a:spcPts val="0"/>
              </a:spcAft>
              <a:buClrTx/>
              <a:buSzTx/>
              <a:buFontTx/>
              <a:buNone/>
              <a:tabLst/>
              <a:defRPr/>
            </a:pPr>
            <a:fld id="{81D60167-4931-47E6-BA6A-407CBD079E47}" type="slidenum">
              <a:rPr kumimoji="0" lang="en-US" sz="1000" b="0" i="0" u="none" strike="noStrike" kern="1200" cap="none" spc="-5" normalizeH="0" baseline="0" noProof="0" smtClean="0">
                <a:ln>
                  <a:noFill/>
                </a:ln>
                <a:solidFill>
                  <a:prstClr val="white">
                    <a:lumMod val="75000"/>
                  </a:prstClr>
                </a:solidFill>
                <a:effectLst/>
                <a:uLnTx/>
                <a:uFillTx/>
                <a:latin typeface="Segoe UI"/>
                <a:ea typeface="+mn-ea"/>
                <a:cs typeface="Segoe UI"/>
              </a:rPr>
              <a:pPr marL="38100" marR="0" lvl="0" indent="0" algn="l" defTabSz="914400" rtl="0" eaLnBrk="1" fontAlgn="auto" latinLnBrk="0" hangingPunct="1">
                <a:lnSpc>
                  <a:spcPct val="100000"/>
                </a:lnSpc>
                <a:spcBef>
                  <a:spcPts val="175"/>
                </a:spcBef>
                <a:spcAft>
                  <a:spcPts val="0"/>
                </a:spcAft>
                <a:buClrTx/>
                <a:buSzTx/>
                <a:buFontTx/>
                <a:buNone/>
                <a:tabLst/>
                <a:defRPr/>
              </a:pPr>
              <a:t>‹#›</a:t>
            </a:fld>
            <a:r>
              <a:rPr kumimoji="0" lang="en-US" sz="1000" b="0" i="0" u="none" strike="noStrike" kern="1200" cap="none" spc="28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a:t>
            </a:r>
            <a:r>
              <a:rPr kumimoji="0" lang="en-US" sz="1000" b="0" i="0" u="none" strike="noStrike" kern="1200" cap="none" spc="27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Copyright</a:t>
            </a:r>
            <a:r>
              <a:rPr kumimoji="0" lang="en-US" sz="1000" b="0" i="0" u="none" strike="noStrike" kern="1200" cap="none" spc="2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2025 </a:t>
            </a:r>
            <a:r>
              <a:rPr kumimoji="0" lang="en-US" sz="1000" b="0" i="0" u="none" strike="noStrike" kern="1200" cap="none" spc="-10" normalizeH="0" baseline="0" noProof="0">
                <a:ln>
                  <a:noFill/>
                </a:ln>
                <a:solidFill>
                  <a:prstClr val="white">
                    <a:lumMod val="75000"/>
                  </a:prstClr>
                </a:solidFill>
                <a:effectLst/>
                <a:uLnTx/>
                <a:uFillTx/>
                <a:latin typeface="Segoe UI"/>
                <a:ea typeface="+mn-ea"/>
                <a:cs typeface="Segoe UI"/>
              </a:rPr>
              <a:t>Deloitte</a:t>
            </a:r>
            <a:r>
              <a:rPr kumimoji="0" lang="en-US" sz="1000" b="0" i="0" u="none" strike="noStrike" kern="1200" cap="none" spc="10"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10" normalizeH="0" baseline="0" noProof="0">
                <a:ln>
                  <a:noFill/>
                </a:ln>
                <a:solidFill>
                  <a:prstClr val="white">
                    <a:lumMod val="75000"/>
                  </a:prstClr>
                </a:solidFill>
                <a:effectLst/>
                <a:uLnTx/>
                <a:uFillTx/>
                <a:latin typeface="Segoe UI"/>
                <a:ea typeface="+mn-ea"/>
                <a:cs typeface="Segoe UI"/>
              </a:rPr>
              <a:t>LLP.</a:t>
            </a:r>
            <a:r>
              <a:rPr kumimoji="0" lang="en-US" sz="1000" b="0" i="0" u="none" strike="noStrike" kern="1200" cap="none" spc="3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All</a:t>
            </a:r>
            <a:r>
              <a:rPr kumimoji="0" lang="en-US" sz="1000" b="0" i="0" u="none" strike="noStrike" kern="1200" cap="none" spc="-10"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rights</a:t>
            </a:r>
            <a:r>
              <a:rPr kumimoji="0" lang="en-US" sz="1000" b="0" i="0" u="none" strike="noStrike" kern="1200" cap="none" spc="1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reserved.</a:t>
            </a:r>
          </a:p>
        </p:txBody>
      </p:sp>
      <p:pic>
        <p:nvPicPr>
          <p:cNvPr id="4098" name="Picture 2" descr="Fort Nelson | Beem Credit Union">
            <a:extLst>
              <a:ext uri="{FF2B5EF4-FFF2-40B4-BE49-F238E27FC236}">
                <a16:creationId xmlns:a16="http://schemas.microsoft.com/office/drawing/2014/main" id="{07ED500F-5BEB-7258-0699-67830452B90D}"/>
              </a:ext>
            </a:extLst>
          </p:cNvPr>
          <p:cNvPicPr>
            <a:picLocks noChangeAspect="1" noChangeArrowheads="1"/>
          </p:cNvPicPr>
          <p:nvPr userDrawn="1"/>
        </p:nvPicPr>
        <p:blipFill>
          <a:blip r:embed="rId9">
            <a:extLst>
              <a:ext uri="{28A0092B-C50C-407E-A947-70E740481C1C}">
                <a14:useLocalDpi xmlns:a14="http://schemas.microsoft.com/office/drawing/2010/main" val="0"/>
              </a:ext>
            </a:extLst>
          </a:blip>
          <a:srcRect/>
          <a:stretch>
            <a:fillRect/>
          </a:stretch>
        </p:blipFill>
        <p:spPr bwMode="auto">
          <a:xfrm>
            <a:off x="10741464" y="138878"/>
            <a:ext cx="1373616" cy="4086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78916573"/>
      </p:ext>
    </p:extLst>
  </p:cSld>
  <p:clrMap bg1="lt1" tx1="dk1" bg2="lt2" tx2="dk2" accent1="accent1" accent2="accent2" accent3="accent3" accent4="accent4" accent5="accent5" accent6="accent6" hlink="hlink" folHlink="folHlink"/>
  <p:sldLayoutIdLst>
    <p:sldLayoutId id="2147483893" r:id="rId1"/>
    <p:sldLayoutId id="2147483894" r:id="rId2"/>
    <p:sldLayoutId id="2147483895" r:id="rId3"/>
    <p:sldLayoutId id="2147483896" r:id="rId4"/>
  </p:sldLayoutIdLst>
  <p:transition>
    <p:fade/>
  </p:transition>
  <p:hf hdr="0" ftr="0" dt="0"/>
  <p:txStyles>
    <p:titleStyle>
      <a:lvl1pPr algn="l" defTabSz="1219170" rtl="0" eaLnBrk="1" latinLnBrk="0" hangingPunct="1">
        <a:spcBef>
          <a:spcPct val="0"/>
        </a:spcBef>
        <a:buNone/>
        <a:defRPr sz="2200" kern="1200">
          <a:solidFill>
            <a:schemeClr val="tx1"/>
          </a:solidFill>
          <a:latin typeface="Calibri" panose="020F0502020204030204" pitchFamily="34" charset="0"/>
          <a:ea typeface="+mj-ea"/>
          <a:cs typeface="Calibri" panose="020F0502020204030204" pitchFamily="34" charset="0"/>
        </a:defRPr>
      </a:lvl1pPr>
    </p:titleStyle>
    <p:bodyStyle>
      <a:lvl1pPr marL="0" indent="0" algn="l" defTabSz="1219170" rtl="0" eaLnBrk="1" latinLnBrk="0" hangingPunct="1">
        <a:spcBef>
          <a:spcPts val="0"/>
        </a:spcBef>
        <a:spcAft>
          <a:spcPts val="1333"/>
        </a:spcAft>
        <a:buSzPct val="100000"/>
        <a:buFont typeface="Arial" panose="020B0604020202020204" pitchFamily="34" charset="0"/>
        <a:buNone/>
        <a:defRPr sz="1200" b="0" kern="1200">
          <a:solidFill>
            <a:schemeClr val="tx1"/>
          </a:solidFill>
          <a:latin typeface="+mn-lt"/>
          <a:ea typeface="+mn-ea"/>
          <a:cs typeface="+mn-cs"/>
        </a:defRPr>
      </a:lvl1pPr>
      <a:lvl2pPr marL="0" indent="0" algn="l" defTabSz="1219170" rtl="0" eaLnBrk="1" latinLnBrk="0" hangingPunct="1">
        <a:spcBef>
          <a:spcPts val="0"/>
        </a:spcBef>
        <a:spcAft>
          <a:spcPts val="1333"/>
        </a:spcAft>
        <a:buClrTx/>
        <a:buSzPct val="100000"/>
        <a:buFont typeface="Arial"/>
        <a:buNone/>
        <a:defRPr lang="en-US" sz="1200" b="1" kern="1200" dirty="0" smtClean="0">
          <a:solidFill>
            <a:schemeClr val="tx1"/>
          </a:solidFill>
          <a:latin typeface="+mn-lt"/>
          <a:ea typeface="+mn-ea"/>
          <a:cs typeface="+mn-cs"/>
        </a:defRPr>
      </a:lvl2pPr>
      <a:lvl3pPr marL="169863" indent="-169863" algn="l" defTabSz="1219170" rtl="0" eaLnBrk="1" latinLnBrk="0" hangingPunct="1">
        <a:spcBef>
          <a:spcPts val="0"/>
        </a:spcBef>
        <a:spcAft>
          <a:spcPts val="600"/>
        </a:spcAft>
        <a:buClrTx/>
        <a:buSzPct val="120000"/>
        <a:buFont typeface="Arial" panose="020B0604020202020204" pitchFamily="34" charset="0"/>
        <a:buChar char="•"/>
        <a:defRPr lang="en-US" sz="1200" kern="1200" dirty="0" smtClean="0">
          <a:solidFill>
            <a:schemeClr val="tx1"/>
          </a:solidFill>
          <a:latin typeface="+mn-lt"/>
          <a:ea typeface="+mn-ea"/>
          <a:cs typeface="+mn-cs"/>
        </a:defRPr>
      </a:lvl3pPr>
      <a:lvl4pPr marL="284163" indent="-114300" algn="l" defTabSz="1219170" rtl="0" eaLnBrk="1" latinLnBrk="0" hangingPunct="1">
        <a:spcBef>
          <a:spcPts val="0"/>
        </a:spcBef>
        <a:spcAft>
          <a:spcPts val="600"/>
        </a:spcAft>
        <a:buClrTx/>
        <a:buSzPct val="100000"/>
        <a:buFont typeface="Arial" panose="020B0604020202020204" pitchFamily="34" charset="0"/>
        <a:buChar char="•"/>
        <a:defRPr lang="en-US" sz="1200" kern="1200" baseline="0" dirty="0" smtClean="0">
          <a:solidFill>
            <a:schemeClr val="tx1"/>
          </a:solidFill>
          <a:latin typeface="+mn-lt"/>
          <a:ea typeface="+mn-ea"/>
          <a:cs typeface="+mn-cs"/>
        </a:defRPr>
      </a:lvl4pPr>
      <a:lvl5pPr marL="400050" indent="-115888" algn="l" defTabSz="1064657" rtl="0" eaLnBrk="1" latinLnBrk="0" hangingPunct="1">
        <a:spcBef>
          <a:spcPts val="0"/>
        </a:spcBef>
        <a:spcAft>
          <a:spcPts val="600"/>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44">
          <p15:clr>
            <a:srgbClr val="86BC25"/>
          </p15:clr>
        </p15:guide>
        <p15:guide id="2" orient="horz" pos="4032">
          <p15:clr>
            <a:srgbClr val="86BC25"/>
          </p15:clr>
        </p15:guide>
        <p15:guide id="3" orient="horz" pos="518">
          <p15:clr>
            <a:srgbClr val="86BC25"/>
          </p15:clr>
        </p15:guide>
        <p15:guide id="4" orient="horz" pos="748">
          <p15:clr>
            <a:srgbClr val="86BC25"/>
          </p15:clr>
        </p15:guide>
        <p15:guide id="5" orient="horz" pos="1152">
          <p15:clr>
            <a:srgbClr val="046A38"/>
          </p15:clr>
        </p15:guide>
        <p15:guide id="6" orient="horz" pos="2592">
          <p15:clr>
            <a:srgbClr val="62B5E5"/>
          </p15:clr>
        </p15:guide>
        <p15:guide id="7" orient="horz" pos="2112">
          <p15:clr>
            <a:srgbClr val="012169"/>
          </p15:clr>
        </p15:guide>
        <p15:guide id="8" orient="horz" pos="3072">
          <p15:clr>
            <a:srgbClr val="012169"/>
          </p15:clr>
        </p15:guide>
        <p15:guide id="9" pos="288">
          <p15:clr>
            <a:srgbClr val="86BC25"/>
          </p15:clr>
        </p15:guide>
        <p15:guide id="10" pos="6048">
          <p15:clr>
            <a:srgbClr val="86BC25"/>
          </p15:clr>
        </p15:guide>
        <p15:guide id="11" pos="3024">
          <p15:clr>
            <a:srgbClr val="62B5E5"/>
          </p15:clr>
        </p15:guide>
        <p15:guide id="12" pos="3312">
          <p15:clr>
            <a:srgbClr val="62B5E5"/>
          </p15:clr>
        </p15:guide>
        <p15:guide id="13" pos="2016">
          <p15:clr>
            <a:srgbClr val="012169"/>
          </p15:clr>
        </p15:guide>
        <p15:guide id="14" pos="2448">
          <p15:clr>
            <a:srgbClr val="012169"/>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tags" Target="../tags/tag11.xml"/><Relationship Id="rId13" Type="http://schemas.openxmlformats.org/officeDocument/2006/relationships/image" Target="../media/image4.png"/><Relationship Id="rId3" Type="http://schemas.openxmlformats.org/officeDocument/2006/relationships/tags" Target="../tags/tag6.xml"/><Relationship Id="rId7" Type="http://schemas.openxmlformats.org/officeDocument/2006/relationships/tags" Target="../tags/tag10.xml"/><Relationship Id="rId12" Type="http://schemas.openxmlformats.org/officeDocument/2006/relationships/notesSlide" Target="../notesSlides/notesSlide1.xml"/><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tags" Target="../tags/tag9.xml"/><Relationship Id="rId11" Type="http://schemas.openxmlformats.org/officeDocument/2006/relationships/slideLayout" Target="../slideLayouts/slideLayout1.xml"/><Relationship Id="rId5" Type="http://schemas.openxmlformats.org/officeDocument/2006/relationships/tags" Target="../tags/tag8.xml"/><Relationship Id="rId10" Type="http://schemas.openxmlformats.org/officeDocument/2006/relationships/tags" Target="../tags/tag13.xml"/><Relationship Id="rId4" Type="http://schemas.openxmlformats.org/officeDocument/2006/relationships/tags" Target="../tags/tag7.xml"/><Relationship Id="rId9" Type="http://schemas.openxmlformats.org/officeDocument/2006/relationships/tags" Target="../tags/tag12.xml"/><Relationship Id="rId1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tags" Target="../tags/tag21.xml"/><Relationship Id="rId13" Type="http://schemas.openxmlformats.org/officeDocument/2006/relationships/tags" Target="../tags/tag26.xml"/><Relationship Id="rId18" Type="http://schemas.openxmlformats.org/officeDocument/2006/relationships/tags" Target="../tags/tag31.xml"/><Relationship Id="rId3" Type="http://schemas.openxmlformats.org/officeDocument/2006/relationships/tags" Target="../tags/tag16.xml"/><Relationship Id="rId21" Type="http://schemas.openxmlformats.org/officeDocument/2006/relationships/slideLayout" Target="../slideLayouts/slideLayout4.xml"/><Relationship Id="rId7" Type="http://schemas.openxmlformats.org/officeDocument/2006/relationships/tags" Target="../tags/tag20.xml"/><Relationship Id="rId12" Type="http://schemas.openxmlformats.org/officeDocument/2006/relationships/tags" Target="../tags/tag25.xml"/><Relationship Id="rId17" Type="http://schemas.openxmlformats.org/officeDocument/2006/relationships/tags" Target="../tags/tag30.xml"/><Relationship Id="rId2" Type="http://schemas.openxmlformats.org/officeDocument/2006/relationships/tags" Target="../tags/tag15.xml"/><Relationship Id="rId16" Type="http://schemas.openxmlformats.org/officeDocument/2006/relationships/tags" Target="../tags/tag29.xml"/><Relationship Id="rId20" Type="http://schemas.openxmlformats.org/officeDocument/2006/relationships/tags" Target="../tags/tag33.xml"/><Relationship Id="rId1" Type="http://schemas.openxmlformats.org/officeDocument/2006/relationships/tags" Target="../tags/tag14.xml"/><Relationship Id="rId6" Type="http://schemas.openxmlformats.org/officeDocument/2006/relationships/tags" Target="../tags/tag19.xml"/><Relationship Id="rId11" Type="http://schemas.openxmlformats.org/officeDocument/2006/relationships/tags" Target="../tags/tag24.xml"/><Relationship Id="rId5" Type="http://schemas.openxmlformats.org/officeDocument/2006/relationships/tags" Target="../tags/tag18.xml"/><Relationship Id="rId15" Type="http://schemas.openxmlformats.org/officeDocument/2006/relationships/tags" Target="../tags/tag28.xml"/><Relationship Id="rId10" Type="http://schemas.openxmlformats.org/officeDocument/2006/relationships/tags" Target="../tags/tag23.xml"/><Relationship Id="rId19" Type="http://schemas.openxmlformats.org/officeDocument/2006/relationships/tags" Target="../tags/tag32.xml"/><Relationship Id="rId4" Type="http://schemas.openxmlformats.org/officeDocument/2006/relationships/tags" Target="../tags/tag17.xml"/><Relationship Id="rId9" Type="http://schemas.openxmlformats.org/officeDocument/2006/relationships/tags" Target="../tags/tag22.xml"/><Relationship Id="rId14" Type="http://schemas.openxmlformats.org/officeDocument/2006/relationships/tags" Target="../tags/tag27.xml"/><Relationship Id="rId2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35.xml"/><Relationship Id="rId1" Type="http://schemas.openxmlformats.org/officeDocument/2006/relationships/tags" Target="../tags/tag34.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37.xml"/><Relationship Id="rId1" Type="http://schemas.openxmlformats.org/officeDocument/2006/relationships/tags" Target="../tags/tag36.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39.xml"/><Relationship Id="rId1" Type="http://schemas.openxmlformats.org/officeDocument/2006/relationships/tags" Target="../tags/tag38.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41.xml"/><Relationship Id="rId1" Type="http://schemas.openxmlformats.org/officeDocument/2006/relationships/tags" Target="../tags/tag40.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43.xml"/><Relationship Id="rId1" Type="http://schemas.openxmlformats.org/officeDocument/2006/relationships/tags" Target="../tags/tag4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45.xml"/><Relationship Id="rId1" Type="http://schemas.openxmlformats.org/officeDocument/2006/relationships/tags" Target="../tags/tag44.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4.xml"/><Relationship Id="rId1" Type="http://schemas.openxmlformats.org/officeDocument/2006/relationships/tags" Target="../tags/tag4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7">
            <a:extLst>
              <a:ext uri="{FF2B5EF4-FFF2-40B4-BE49-F238E27FC236}">
                <a16:creationId xmlns:a16="http://schemas.microsoft.com/office/drawing/2014/main" id="{D97BEA72-B423-483C-B8EF-78317B730937}"/>
              </a:ext>
            </a:extLst>
          </p:cNvPr>
          <p:cNvSpPr txBox="1">
            <a:spLocks/>
          </p:cNvSpPr>
          <p:nvPr>
            <p:custDataLst>
              <p:tags r:id="rId1"/>
            </p:custDataLst>
          </p:nvPr>
        </p:nvSpPr>
        <p:spPr>
          <a:xfrm>
            <a:off x="435600" y="3037199"/>
            <a:ext cx="4681055" cy="1847081"/>
          </a:xfrm>
          <a:prstGeom prst="rect">
            <a:avLst/>
          </a:prstGeom>
        </p:spPr>
        <p:txBody>
          <a:bodyPr vert="horz" lIns="0" tIns="45720" rIns="91440" bIns="0" rtlCol="0" anchor="t" anchorCtr="0">
            <a:noAutofit/>
          </a:bodyPr>
          <a:lstStyle>
            <a:lvl1pPr algn="l" defTabSz="914400" rtl="0" eaLnBrk="1" latinLnBrk="0" hangingPunct="1">
              <a:lnSpc>
                <a:spcPct val="85000"/>
              </a:lnSpc>
              <a:spcBef>
                <a:spcPct val="0"/>
              </a:spcBef>
              <a:buNone/>
              <a:defRPr sz="2800" b="1" i="0" kern="1200" cap="none" spc="-100" baseline="0">
                <a:solidFill>
                  <a:schemeClr val="tx1"/>
                </a:solidFill>
                <a:latin typeface="+mn-lt"/>
                <a:ea typeface="Bebas Neue" charset="0"/>
                <a:cs typeface="Chronicle Display Black"/>
              </a:defRPr>
            </a:lvl1pPr>
          </a:lstStyle>
          <a:p>
            <a:pPr marL="0" marR="0" lvl="0" indent="0" algn="l" defTabSz="914400" rtl="0" eaLnBrk="1" fontAlgn="auto" latinLnBrk="0" hangingPunct="1">
              <a:lnSpc>
                <a:spcPct val="70000"/>
              </a:lnSpc>
              <a:spcBef>
                <a:spcPct val="0"/>
              </a:spcBef>
              <a:spcAft>
                <a:spcPts val="0"/>
              </a:spcAft>
              <a:buClrTx/>
              <a:buSzTx/>
              <a:buFontTx/>
              <a:buNone/>
              <a:tabLst/>
              <a:defRPr/>
            </a:pPr>
            <a:endParaRPr kumimoji="0" lang="en-US" sz="5000" b="0" i="0" u="none" strike="noStrike" kern="1200" cap="none" spc="300" normalizeH="0" baseline="0" noProof="0">
              <a:ln>
                <a:noFill/>
              </a:ln>
              <a:solidFill>
                <a:srgbClr val="000000"/>
              </a:solidFill>
              <a:effectLst/>
              <a:uLnTx/>
              <a:uFillTx/>
              <a:latin typeface="Open Sans"/>
            </a:endParaRPr>
          </a:p>
        </p:txBody>
      </p:sp>
      <p:cxnSp>
        <p:nvCxnSpPr>
          <p:cNvPr id="23" name="Straight Connector 22">
            <a:extLst>
              <a:ext uri="{FF2B5EF4-FFF2-40B4-BE49-F238E27FC236}">
                <a16:creationId xmlns:a16="http://schemas.microsoft.com/office/drawing/2014/main" id="{AE9F2864-35C1-4B0F-9188-92D5056A7C4F}"/>
              </a:ext>
            </a:extLst>
          </p:cNvPr>
          <p:cNvCxnSpPr>
            <a:cxnSpLocks/>
          </p:cNvCxnSpPr>
          <p:nvPr>
            <p:custDataLst>
              <p:tags r:id="rId2"/>
            </p:custDataLst>
          </p:nvPr>
        </p:nvCxnSpPr>
        <p:spPr>
          <a:xfrm>
            <a:off x="614503" y="4657688"/>
            <a:ext cx="850386" cy="0"/>
          </a:xfrm>
          <a:prstGeom prst="line">
            <a:avLst/>
          </a:prstGeom>
          <a:ln w="635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B4EF09EC-0899-4746-A844-7B9AA939116F}"/>
              </a:ext>
            </a:extLst>
          </p:cNvPr>
          <p:cNvCxnSpPr>
            <a:cxnSpLocks/>
          </p:cNvCxnSpPr>
          <p:nvPr>
            <p:custDataLst>
              <p:tags r:id="rId3"/>
            </p:custDataLst>
          </p:nvPr>
        </p:nvCxnSpPr>
        <p:spPr>
          <a:xfrm>
            <a:off x="2598743" y="4657688"/>
            <a:ext cx="850386" cy="0"/>
          </a:xfrm>
          <a:prstGeom prst="line">
            <a:avLst/>
          </a:prstGeom>
          <a:ln w="635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BE4740D8-A368-4986-9A3B-6771759140A6}"/>
              </a:ext>
            </a:extLst>
          </p:cNvPr>
          <p:cNvCxnSpPr>
            <a:cxnSpLocks/>
          </p:cNvCxnSpPr>
          <p:nvPr>
            <p:custDataLst>
              <p:tags r:id="rId4"/>
            </p:custDataLst>
          </p:nvPr>
        </p:nvCxnSpPr>
        <p:spPr>
          <a:xfrm>
            <a:off x="3590863" y="4657688"/>
            <a:ext cx="850386" cy="0"/>
          </a:xfrm>
          <a:prstGeom prst="line">
            <a:avLst/>
          </a:prstGeom>
          <a:ln w="63500">
            <a:solidFill>
              <a:srgbClr val="787878"/>
            </a:solidFill>
          </a:ln>
        </p:spPr>
        <p:style>
          <a:lnRef idx="1">
            <a:schemeClr val="accent1"/>
          </a:lnRef>
          <a:fillRef idx="0">
            <a:schemeClr val="accent1"/>
          </a:fillRef>
          <a:effectRef idx="0">
            <a:schemeClr val="accent1"/>
          </a:effectRef>
          <a:fontRef idx="minor">
            <a:schemeClr val="tx1"/>
          </a:fontRef>
        </p:style>
      </p:cxnSp>
      <p:sp>
        <p:nvSpPr>
          <p:cNvPr id="40" name="Text Placeholder 2">
            <a:extLst>
              <a:ext uri="{FF2B5EF4-FFF2-40B4-BE49-F238E27FC236}">
                <a16:creationId xmlns:a16="http://schemas.microsoft.com/office/drawing/2014/main" id="{7308B388-D0FD-47E5-97E0-75D61CD8C538}"/>
              </a:ext>
            </a:extLst>
          </p:cNvPr>
          <p:cNvSpPr txBox="1">
            <a:spLocks/>
          </p:cNvSpPr>
          <p:nvPr>
            <p:custDataLst>
              <p:tags r:id="rId5"/>
            </p:custDataLst>
          </p:nvPr>
        </p:nvSpPr>
        <p:spPr>
          <a:xfrm>
            <a:off x="614503" y="5734083"/>
            <a:ext cx="4407673" cy="348286"/>
          </a:xfrm>
          <a:prstGeom prst="rect">
            <a:avLst/>
          </a:prstGeom>
        </p:spPr>
        <p:txBody>
          <a:bodyPr vert="horz" lIns="0" tIns="0" rIns="0" bIns="0" rtlCol="0" anchor="t">
            <a:noAutofit/>
          </a:bodyPr>
          <a:lstStyle>
            <a:lvl1pPr marL="0" indent="0" algn="l" defTabSz="914400" rtl="0" eaLnBrk="1" latinLnBrk="0" hangingPunct="1">
              <a:lnSpc>
                <a:spcPct val="100000"/>
              </a:lnSpc>
              <a:spcBef>
                <a:spcPts val="1000"/>
              </a:spcBef>
              <a:buClr>
                <a:schemeClr val="accent5"/>
              </a:buClr>
              <a:buSzPct val="75000"/>
              <a:buFont typeface="Arial" panose="020B0604020202020204" pitchFamily="34" charset="0"/>
              <a:buNone/>
              <a:defRPr lang="en-US" sz="900" b="1" kern="0" cap="all" spc="250" baseline="0" dirty="0">
                <a:solidFill>
                  <a:schemeClr val="accent5">
                    <a:lumMod val="60000"/>
                    <a:lumOff val="40000"/>
                  </a:schemeClr>
                </a:solidFill>
                <a:latin typeface="+mn-lt"/>
                <a:ea typeface="Nexa Black" charset="0"/>
                <a:cs typeface="Nexa Black" charset="0"/>
              </a:defRPr>
            </a:lvl1pPr>
            <a:lvl2pPr marL="6858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800" kern="1200" spc="-30">
                <a:solidFill>
                  <a:schemeClr val="tx1"/>
                </a:solidFill>
                <a:latin typeface="+mn-lt"/>
                <a:ea typeface="Open Sans" charset="0"/>
                <a:cs typeface="Open Sans" charset="0"/>
              </a:defRPr>
            </a:lvl2pPr>
            <a:lvl3pPr marL="11430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600" kern="1200" spc="-30">
                <a:solidFill>
                  <a:schemeClr val="tx1"/>
                </a:solidFill>
                <a:latin typeface="+mn-lt"/>
                <a:ea typeface="Open Sans" charset="0"/>
                <a:cs typeface="Open Sans" charset="0"/>
              </a:defRPr>
            </a:lvl3pPr>
            <a:lvl4pPr marL="16002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400" kern="1200" spc="-30">
                <a:solidFill>
                  <a:schemeClr val="tx1"/>
                </a:solidFill>
                <a:latin typeface="+mn-lt"/>
                <a:ea typeface="Open Sans" charset="0"/>
                <a:cs typeface="Open Sans" charset="0"/>
              </a:defRPr>
            </a:lvl4pPr>
            <a:lvl5pPr marL="20574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400" kern="1200" spc="-30">
                <a:solidFill>
                  <a:schemeClr val="tx1"/>
                </a:solidFill>
                <a:latin typeface="+mn-lt"/>
                <a:ea typeface="Open Sans" charset="0"/>
                <a:cs typeface="Open Sans"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
                <a:srgbClr val="787878"/>
              </a:buClr>
              <a:buSzPct val="75000"/>
              <a:buFont typeface="Arial" panose="020B0604020202020204" pitchFamily="34" charset="0"/>
              <a:buNone/>
              <a:tabLst/>
              <a:defRPr/>
            </a:pPr>
            <a:r>
              <a:rPr kumimoji="0" lang="en-US" sz="1600" b="1" i="0" u="none" strike="noStrike" kern="1200" cap="all" spc="250" normalizeH="0" baseline="0" noProof="0" dirty="0">
                <a:ln>
                  <a:noFill/>
                </a:ln>
                <a:solidFill>
                  <a:srgbClr val="53565A"/>
                </a:solidFill>
                <a:effectLst/>
                <a:uLnTx/>
                <a:uFillTx/>
                <a:latin typeface="Open Sans" panose="020B0606030504020204" pitchFamily="34" charset="0"/>
                <a:ea typeface="Open Sans" panose="020B0606030504020204" pitchFamily="34" charset="0"/>
                <a:cs typeface="Open Sans" panose="020B0606030504020204" pitchFamily="34" charset="0"/>
              </a:rPr>
              <a:t>September 8</a:t>
            </a:r>
            <a:r>
              <a:rPr kumimoji="0" lang="en-US" sz="1600" b="1" i="0" u="none" strike="noStrike" kern="1200" cap="all" spc="250" normalizeH="0" baseline="30000" noProof="0" dirty="0">
                <a:ln>
                  <a:noFill/>
                </a:ln>
                <a:solidFill>
                  <a:srgbClr val="53565A"/>
                </a:solidFill>
                <a:effectLst/>
                <a:uLnTx/>
                <a:uFillTx/>
                <a:latin typeface="Open Sans" panose="020B0606030504020204" pitchFamily="34" charset="0"/>
                <a:ea typeface="Open Sans" panose="020B0606030504020204" pitchFamily="34" charset="0"/>
                <a:cs typeface="Open Sans" panose="020B0606030504020204" pitchFamily="34" charset="0"/>
              </a:rPr>
              <a:t>TH</a:t>
            </a:r>
            <a:r>
              <a:rPr kumimoji="0" lang="en-US" sz="1600" b="1" i="0" u="none" strike="noStrike" kern="1200" cap="all" spc="250" normalizeH="0" baseline="0" noProof="0" dirty="0">
                <a:ln>
                  <a:noFill/>
                </a:ln>
                <a:solidFill>
                  <a:srgbClr val="53565A"/>
                </a:solidFill>
                <a:effectLst/>
                <a:uLnTx/>
                <a:uFillTx/>
                <a:latin typeface="Open Sans" panose="020B0606030504020204" pitchFamily="34" charset="0"/>
                <a:ea typeface="Open Sans" panose="020B0606030504020204" pitchFamily="34" charset="0"/>
                <a:cs typeface="Open Sans" panose="020B0606030504020204" pitchFamily="34" charset="0"/>
              </a:rPr>
              <a:t>, 2026</a:t>
            </a:r>
          </a:p>
        </p:txBody>
      </p:sp>
      <p:sp>
        <p:nvSpPr>
          <p:cNvPr id="13" name="Title 3">
            <a:extLst>
              <a:ext uri="{FF2B5EF4-FFF2-40B4-BE49-F238E27FC236}">
                <a16:creationId xmlns:a16="http://schemas.microsoft.com/office/drawing/2014/main" id="{2F6ECB83-4E63-470C-9808-80C758136684}"/>
              </a:ext>
            </a:extLst>
          </p:cNvPr>
          <p:cNvSpPr txBox="1">
            <a:spLocks/>
          </p:cNvSpPr>
          <p:nvPr>
            <p:custDataLst>
              <p:tags r:id="rId6"/>
            </p:custDataLst>
          </p:nvPr>
        </p:nvSpPr>
        <p:spPr>
          <a:xfrm>
            <a:off x="614503" y="2911773"/>
            <a:ext cx="5556392" cy="1545821"/>
          </a:xfrm>
          <a:prstGeom prst="rect">
            <a:avLst/>
          </a:prstGeom>
        </p:spPr>
        <p:txBody>
          <a:bodyPr vert="horz" lIns="0" tIns="45720" rIns="91440" bIns="0" rtlCol="0" anchor="b" anchorCtr="0">
            <a:noAutofit/>
          </a:bodyPr>
          <a:lstStyle>
            <a:lvl1pPr algn="l" defTabSz="914400" rtl="0" eaLnBrk="1" latinLnBrk="0" hangingPunct="1">
              <a:lnSpc>
                <a:spcPct val="85000"/>
              </a:lnSpc>
              <a:spcBef>
                <a:spcPct val="0"/>
              </a:spcBef>
              <a:buNone/>
              <a:defRPr sz="2800" b="1" i="0" kern="1200" cap="none" spc="-100" baseline="0">
                <a:solidFill>
                  <a:schemeClr val="tx1"/>
                </a:solidFill>
                <a:latin typeface="+mn-lt"/>
                <a:ea typeface="Bebas Neue" charset="0"/>
                <a:cs typeface="Chronicle Display Black"/>
              </a:defRPr>
            </a:lvl1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GB" sz="2800" b="1" i="0" u="none" strike="noStrike" kern="1200" cap="none" spc="-100" normalizeH="0" baseline="0" noProof="0" dirty="0">
                <a:ln>
                  <a:noFill/>
                </a:ln>
                <a:solidFill>
                  <a:srgbClr val="53565A"/>
                </a:solidFill>
                <a:effectLst/>
                <a:uLnTx/>
                <a:uFillTx/>
                <a:latin typeface="Segoe UI"/>
                <a:ea typeface="Open Sans" panose="020B0606030504020204" pitchFamily="34" charset="0"/>
                <a:cs typeface="Open Sans" panose="020B0606030504020204" pitchFamily="34" charset="0"/>
              </a:rPr>
              <a:t>Visa Debit Transformation Phase Support</a:t>
            </a:r>
            <a:endParaRPr kumimoji="0" lang="en-CA" sz="2800" b="1" i="0" u="none" strike="noStrike" kern="1200" cap="none" spc="-100" normalizeH="0" baseline="0" noProof="0" dirty="0">
              <a:ln>
                <a:noFill/>
              </a:ln>
              <a:solidFill>
                <a:srgbClr val="53565A"/>
              </a:solidFill>
              <a:effectLst/>
              <a:uLnTx/>
              <a:uFillTx/>
              <a:latin typeface="Segoe UI"/>
            </a:endParaRPr>
          </a:p>
        </p:txBody>
      </p:sp>
      <p:cxnSp>
        <p:nvCxnSpPr>
          <p:cNvPr id="16" name="Straight Connector 15">
            <a:extLst>
              <a:ext uri="{FF2B5EF4-FFF2-40B4-BE49-F238E27FC236}">
                <a16:creationId xmlns:a16="http://schemas.microsoft.com/office/drawing/2014/main" id="{AF8AC793-3B5A-4F0D-BBFD-D40DA7E8C823}"/>
              </a:ext>
            </a:extLst>
          </p:cNvPr>
          <p:cNvCxnSpPr>
            <a:cxnSpLocks/>
          </p:cNvCxnSpPr>
          <p:nvPr>
            <p:custDataLst>
              <p:tags r:id="rId7"/>
            </p:custDataLst>
          </p:nvPr>
        </p:nvCxnSpPr>
        <p:spPr>
          <a:xfrm>
            <a:off x="1585997" y="4657688"/>
            <a:ext cx="850386" cy="0"/>
          </a:xfrm>
          <a:prstGeom prst="line">
            <a:avLst/>
          </a:prstGeom>
          <a:ln w="63500">
            <a:solidFill>
              <a:srgbClr val="787878"/>
            </a:solidFill>
          </a:ln>
        </p:spPr>
        <p:style>
          <a:lnRef idx="1">
            <a:schemeClr val="accent1"/>
          </a:lnRef>
          <a:fillRef idx="0">
            <a:schemeClr val="accent1"/>
          </a:fillRef>
          <a:effectRef idx="0">
            <a:schemeClr val="accent1"/>
          </a:effectRef>
          <a:fontRef idx="minor">
            <a:schemeClr val="tx1"/>
          </a:fontRef>
        </p:style>
      </p:cxnSp>
      <p:pic>
        <p:nvPicPr>
          <p:cNvPr id="17" name="Picture 16">
            <a:extLst>
              <a:ext uri="{FF2B5EF4-FFF2-40B4-BE49-F238E27FC236}">
                <a16:creationId xmlns:a16="http://schemas.microsoft.com/office/drawing/2014/main" id="{CBA1FF4E-77FB-4BAB-B1ED-D98A9A769180}"/>
              </a:ext>
            </a:extLst>
          </p:cNvPr>
          <p:cNvPicPr>
            <a:picLocks noChangeAspect="1"/>
          </p:cNvPicPr>
          <p:nvPr>
            <p:custDataLst>
              <p:tags r:id="rId8"/>
            </p:custDataLst>
          </p:nvPr>
        </p:nvPicPr>
        <p:blipFill>
          <a:blip r:embed="rId13"/>
          <a:srcRect l="15704" r="15704"/>
          <a:stretch/>
        </p:blipFill>
        <p:spPr>
          <a:xfrm>
            <a:off x="6280879" y="822146"/>
            <a:ext cx="5364911" cy="5212080"/>
          </a:xfrm>
          <a:prstGeom prst="ellipse">
            <a:avLst/>
          </a:prstGeom>
        </p:spPr>
      </p:pic>
      <p:sp>
        <p:nvSpPr>
          <p:cNvPr id="2" name="Rectangle: Rounded Corners 1">
            <a:extLst>
              <a:ext uri="{FF2B5EF4-FFF2-40B4-BE49-F238E27FC236}">
                <a16:creationId xmlns:a16="http://schemas.microsoft.com/office/drawing/2014/main" id="{039BC0A6-63F1-4C3D-AE3E-2A57246011C6}"/>
              </a:ext>
            </a:extLst>
          </p:cNvPr>
          <p:cNvSpPr/>
          <p:nvPr>
            <p:custDataLst>
              <p:tags r:id="rId9"/>
            </p:custDataLst>
          </p:nvPr>
        </p:nvSpPr>
        <p:spPr>
          <a:xfrm>
            <a:off x="614503" y="4842858"/>
            <a:ext cx="5556392" cy="268032"/>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53565A"/>
                </a:solidFill>
                <a:effectLst/>
                <a:uLnTx/>
                <a:uFillTx/>
                <a:latin typeface="Open Sans" panose="020B0606030504020204" pitchFamily="34" charset="0"/>
                <a:ea typeface="Open Sans" panose="020B0606030504020204" pitchFamily="34" charset="0"/>
                <a:cs typeface="Open Sans" panose="020B0606030504020204" pitchFamily="34" charset="0"/>
              </a:rPr>
              <a:t>Kickoff Meeting</a:t>
            </a:r>
          </a:p>
        </p:txBody>
      </p:sp>
      <p:grpSp>
        <p:nvGrpSpPr>
          <p:cNvPr id="4" name="Group 29">
            <a:extLst>
              <a:ext uri="{FF2B5EF4-FFF2-40B4-BE49-F238E27FC236}">
                <a16:creationId xmlns:a16="http://schemas.microsoft.com/office/drawing/2014/main" id="{7E0A7C0B-B837-13A0-1B46-4FBA3C00C368}"/>
              </a:ext>
            </a:extLst>
          </p:cNvPr>
          <p:cNvGrpSpPr>
            <a:grpSpLocks noChangeAspect="1"/>
          </p:cNvGrpSpPr>
          <p:nvPr>
            <p:custDataLst>
              <p:tags r:id="rId10"/>
            </p:custDataLst>
          </p:nvPr>
        </p:nvGrpSpPr>
        <p:grpSpPr>
          <a:xfrm>
            <a:off x="506146" y="436199"/>
            <a:ext cx="1997997" cy="374402"/>
            <a:chOff x="398463" y="404813"/>
            <a:chExt cx="1627187" cy="307976"/>
          </a:xfrm>
          <a:solidFill>
            <a:schemeClr val="tx1"/>
          </a:solidFill>
        </p:grpSpPr>
        <p:sp>
          <p:nvSpPr>
            <p:cNvPr id="5" name="Oval 5">
              <a:extLst>
                <a:ext uri="{FF2B5EF4-FFF2-40B4-BE49-F238E27FC236}">
                  <a16:creationId xmlns:a16="http://schemas.microsoft.com/office/drawing/2014/main" id="{B7E19F1B-B507-0C85-34F0-350A2AF624CC}"/>
                </a:ext>
              </a:extLst>
            </p:cNvPr>
            <p:cNvSpPr>
              <a:spLocks noChangeArrowheads="1"/>
            </p:cNvSpPr>
            <p:nvPr/>
          </p:nvSpPr>
          <p:spPr bwMode="auto">
            <a:xfrm>
              <a:off x="1938338" y="625476"/>
              <a:ext cx="87312" cy="87313"/>
            </a:xfrm>
            <a:prstGeom prst="ellipse">
              <a:avLst/>
            </a:prstGeom>
            <a:solidFill>
              <a:srgbClr val="92D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600" b="0" i="0" u="none" strike="noStrike" kern="1200" cap="none" spc="0" normalizeH="0" baseline="0" noProof="0">
                <a:ln>
                  <a:noFill/>
                </a:ln>
                <a:solidFill>
                  <a:prstClr val="white"/>
                </a:solidFill>
                <a:effectLst/>
                <a:uLnTx/>
                <a:uFillTx/>
                <a:latin typeface="Segoe UI"/>
                <a:ea typeface="+mn-ea"/>
                <a:cs typeface="+mn-cs"/>
              </a:endParaRPr>
            </a:p>
          </p:txBody>
        </p:sp>
        <p:sp>
          <p:nvSpPr>
            <p:cNvPr id="6" name="Freeform 6">
              <a:extLst>
                <a:ext uri="{FF2B5EF4-FFF2-40B4-BE49-F238E27FC236}">
                  <a16:creationId xmlns:a16="http://schemas.microsoft.com/office/drawing/2014/main" id="{8FA01967-A252-C2EB-246C-DFC514823879}"/>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600" b="0" i="0" u="none" strike="noStrike" kern="1200" cap="none" spc="0" normalizeH="0" baseline="0" noProof="0">
                <a:ln>
                  <a:noFill/>
                </a:ln>
                <a:solidFill>
                  <a:prstClr val="white"/>
                </a:solidFill>
                <a:effectLst/>
                <a:uLnTx/>
                <a:uFillTx/>
                <a:latin typeface="Segoe UI"/>
                <a:ea typeface="+mn-ea"/>
                <a:cs typeface="+mn-cs"/>
              </a:endParaRPr>
            </a:p>
          </p:txBody>
        </p:sp>
        <p:sp>
          <p:nvSpPr>
            <p:cNvPr id="7" name="Rectangle 7">
              <a:extLst>
                <a:ext uri="{FF2B5EF4-FFF2-40B4-BE49-F238E27FC236}">
                  <a16:creationId xmlns:a16="http://schemas.microsoft.com/office/drawing/2014/main" id="{83BD70CF-655E-4422-65BB-7E5B11EACF5F}"/>
                </a:ext>
              </a:extLst>
            </p:cNvPr>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600" b="0" i="0" u="none" strike="noStrike" kern="1200" cap="none" spc="0" normalizeH="0" baseline="0" noProof="0">
                <a:ln>
                  <a:noFill/>
                </a:ln>
                <a:solidFill>
                  <a:prstClr val="white"/>
                </a:solidFill>
                <a:effectLst/>
                <a:uLnTx/>
                <a:uFillTx/>
                <a:latin typeface="Segoe UI"/>
                <a:ea typeface="+mn-ea"/>
                <a:cs typeface="+mn-cs"/>
              </a:endParaRPr>
            </a:p>
          </p:txBody>
        </p:sp>
        <p:sp>
          <p:nvSpPr>
            <p:cNvPr id="8" name="Freeform 8">
              <a:extLst>
                <a:ext uri="{FF2B5EF4-FFF2-40B4-BE49-F238E27FC236}">
                  <a16:creationId xmlns:a16="http://schemas.microsoft.com/office/drawing/2014/main" id="{A96D29C1-3AE6-5A38-8C5A-050C340A3820}"/>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600" b="0" i="0" u="none" strike="noStrike" kern="1200" cap="none" spc="0" normalizeH="0" baseline="0" noProof="0">
                <a:ln>
                  <a:noFill/>
                </a:ln>
                <a:solidFill>
                  <a:prstClr val="white"/>
                </a:solidFill>
                <a:effectLst/>
                <a:uLnTx/>
                <a:uFillTx/>
                <a:latin typeface="Segoe UI"/>
                <a:ea typeface="+mn-ea"/>
                <a:cs typeface="+mn-cs"/>
              </a:endParaRPr>
            </a:p>
          </p:txBody>
        </p:sp>
        <p:sp>
          <p:nvSpPr>
            <p:cNvPr id="9" name="Rectangle 9">
              <a:extLst>
                <a:ext uri="{FF2B5EF4-FFF2-40B4-BE49-F238E27FC236}">
                  <a16:creationId xmlns:a16="http://schemas.microsoft.com/office/drawing/2014/main" id="{671842C4-D1B8-3197-8073-CD6EE67B27C4}"/>
                </a:ext>
              </a:extLst>
            </p:cNvPr>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600" b="0" i="0" u="none" strike="noStrike" kern="1200" cap="none" spc="0" normalizeH="0" baseline="0" noProof="0">
                <a:ln>
                  <a:noFill/>
                </a:ln>
                <a:solidFill>
                  <a:prstClr val="white"/>
                </a:solidFill>
                <a:effectLst/>
                <a:uLnTx/>
                <a:uFillTx/>
                <a:latin typeface="Segoe UI"/>
                <a:ea typeface="+mn-ea"/>
                <a:cs typeface="+mn-cs"/>
              </a:endParaRPr>
            </a:p>
          </p:txBody>
        </p:sp>
        <p:sp>
          <p:nvSpPr>
            <p:cNvPr id="10" name="Rectangle 10">
              <a:extLst>
                <a:ext uri="{FF2B5EF4-FFF2-40B4-BE49-F238E27FC236}">
                  <a16:creationId xmlns:a16="http://schemas.microsoft.com/office/drawing/2014/main" id="{BAF518BD-263A-FBF3-0BD4-F822AC028F54}"/>
                </a:ext>
              </a:extLst>
            </p:cNvPr>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600" b="0" i="0" u="none" strike="noStrike" kern="1200" cap="none" spc="0" normalizeH="0" baseline="0" noProof="0">
                <a:ln>
                  <a:noFill/>
                </a:ln>
                <a:solidFill>
                  <a:prstClr val="white"/>
                </a:solidFill>
                <a:effectLst/>
                <a:uLnTx/>
                <a:uFillTx/>
                <a:latin typeface="Segoe UI"/>
                <a:ea typeface="+mn-ea"/>
                <a:cs typeface="+mn-cs"/>
              </a:endParaRPr>
            </a:p>
          </p:txBody>
        </p:sp>
        <p:sp>
          <p:nvSpPr>
            <p:cNvPr id="11" name="Freeform 11">
              <a:extLst>
                <a:ext uri="{FF2B5EF4-FFF2-40B4-BE49-F238E27FC236}">
                  <a16:creationId xmlns:a16="http://schemas.microsoft.com/office/drawing/2014/main" id="{EDFF943D-CE09-FEA7-5A80-65D385C5CD33}"/>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600" b="0" i="0" u="none" strike="noStrike" kern="1200" cap="none" spc="0" normalizeH="0" baseline="0" noProof="0">
                <a:ln>
                  <a:noFill/>
                </a:ln>
                <a:solidFill>
                  <a:prstClr val="white"/>
                </a:solidFill>
                <a:effectLst/>
                <a:uLnTx/>
                <a:uFillTx/>
                <a:latin typeface="Segoe UI"/>
                <a:ea typeface="+mn-ea"/>
                <a:cs typeface="+mn-cs"/>
              </a:endParaRPr>
            </a:p>
          </p:txBody>
        </p:sp>
        <p:sp>
          <p:nvSpPr>
            <p:cNvPr id="14" name="Freeform 12">
              <a:extLst>
                <a:ext uri="{FF2B5EF4-FFF2-40B4-BE49-F238E27FC236}">
                  <a16:creationId xmlns:a16="http://schemas.microsoft.com/office/drawing/2014/main" id="{340BCE82-5FCC-2AA4-B883-37C422CD8526}"/>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600" b="0" i="0" u="none" strike="noStrike" kern="1200" cap="none" spc="0" normalizeH="0" baseline="0" noProof="0">
                <a:ln>
                  <a:noFill/>
                </a:ln>
                <a:solidFill>
                  <a:prstClr val="white"/>
                </a:solidFill>
                <a:effectLst/>
                <a:uLnTx/>
                <a:uFillTx/>
                <a:latin typeface="Segoe UI"/>
                <a:ea typeface="+mn-ea"/>
                <a:cs typeface="+mn-cs"/>
              </a:endParaRPr>
            </a:p>
          </p:txBody>
        </p:sp>
        <p:sp>
          <p:nvSpPr>
            <p:cNvPr id="15" name="Freeform 13">
              <a:extLst>
                <a:ext uri="{FF2B5EF4-FFF2-40B4-BE49-F238E27FC236}">
                  <a16:creationId xmlns:a16="http://schemas.microsoft.com/office/drawing/2014/main" id="{E550D0E4-2DF6-4F4D-FBC8-2665D36884C2}"/>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600" b="0" i="0" u="none" strike="noStrike" kern="1200" cap="none" spc="0" normalizeH="0" baseline="0" noProof="0">
                <a:ln>
                  <a:noFill/>
                </a:ln>
                <a:solidFill>
                  <a:prstClr val="white"/>
                </a:solidFill>
                <a:effectLst/>
                <a:uLnTx/>
                <a:uFillTx/>
                <a:latin typeface="Segoe UI"/>
                <a:ea typeface="+mn-ea"/>
                <a:cs typeface="+mn-cs"/>
              </a:endParaRPr>
            </a:p>
          </p:txBody>
        </p:sp>
        <p:sp>
          <p:nvSpPr>
            <p:cNvPr id="18" name="Freeform 14">
              <a:extLst>
                <a:ext uri="{FF2B5EF4-FFF2-40B4-BE49-F238E27FC236}">
                  <a16:creationId xmlns:a16="http://schemas.microsoft.com/office/drawing/2014/main" id="{1D0B0AFC-48B0-7323-6DE3-97B8E1EF0488}"/>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600" b="0" i="0" u="none" strike="noStrike" kern="1200" cap="none" spc="0" normalizeH="0" baseline="0" noProof="0">
                <a:ln>
                  <a:noFill/>
                </a:ln>
                <a:solidFill>
                  <a:prstClr val="white"/>
                </a:solidFill>
                <a:effectLst/>
                <a:uLnTx/>
                <a:uFillTx/>
                <a:latin typeface="Segoe UI"/>
                <a:ea typeface="+mn-ea"/>
                <a:cs typeface="+mn-cs"/>
              </a:endParaRPr>
            </a:p>
          </p:txBody>
        </p:sp>
      </p:grpSp>
      <p:pic>
        <p:nvPicPr>
          <p:cNvPr id="3" name="Picture 2" descr="Fort Nelson | Beem Credit Union">
            <a:extLst>
              <a:ext uri="{FF2B5EF4-FFF2-40B4-BE49-F238E27FC236}">
                <a16:creationId xmlns:a16="http://schemas.microsoft.com/office/drawing/2014/main" id="{C289AFA9-AE87-4A85-D875-D6C2CA805060}"/>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0741464" y="138878"/>
            <a:ext cx="1373616" cy="4086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05719130"/>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5D44ED-B60A-6F72-5554-F922CB0EDD0B}"/>
            </a:ext>
          </a:extLst>
        </p:cNvPr>
        <p:cNvGrpSpPr/>
        <p:nvPr/>
      </p:nvGrpSpPr>
      <p:grpSpPr>
        <a:xfrm>
          <a:off x="0" y="0"/>
          <a:ext cx="0" cy="0"/>
          <a:chOff x="0" y="0"/>
          <a:chExt cx="0" cy="0"/>
        </a:xfrm>
      </p:grpSpPr>
      <p:sp>
        <p:nvSpPr>
          <p:cNvPr id="23" name="Rectangle 22">
            <a:extLst>
              <a:ext uri="{FF2B5EF4-FFF2-40B4-BE49-F238E27FC236}">
                <a16:creationId xmlns:a16="http://schemas.microsoft.com/office/drawing/2014/main" id="{3DC96419-4418-8CE5-A26F-908D557D969A}"/>
              </a:ext>
            </a:extLst>
          </p:cNvPr>
          <p:cNvSpPr/>
          <p:nvPr>
            <p:custDataLst>
              <p:tags r:id="rId1"/>
            </p:custDataLst>
          </p:nvPr>
        </p:nvSpPr>
        <p:spPr bwMode="gray">
          <a:xfrm>
            <a:off x="0" y="1583267"/>
            <a:ext cx="12192000" cy="4294168"/>
          </a:xfrm>
          <a:prstGeom prst="rect">
            <a:avLst/>
          </a:prstGeom>
          <a:gradFill>
            <a:gsLst>
              <a:gs pos="0">
                <a:schemeClr val="bg1">
                  <a:lumMod val="95000"/>
                </a:schemeClr>
              </a:gs>
              <a:gs pos="100000">
                <a:schemeClr val="bg1">
                  <a:lumMod val="95000"/>
                  <a:alpha val="25000"/>
                </a:schemeClr>
              </a:gs>
            </a:gsLst>
            <a:lin ang="0" scaled="0"/>
          </a:gra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dirty="0">
              <a:ln>
                <a:noFill/>
              </a:ln>
              <a:solidFill>
                <a:prstClr val="black"/>
              </a:solidFill>
              <a:effectLst/>
              <a:uLnTx/>
              <a:uFillTx/>
              <a:latin typeface="Open Sans"/>
              <a:ea typeface="+mn-ea"/>
              <a:cs typeface="+mn-cs"/>
            </a:endParaRPr>
          </a:p>
        </p:txBody>
      </p:sp>
      <p:cxnSp>
        <p:nvCxnSpPr>
          <p:cNvPr id="32" name="Straight Connector 26">
            <a:extLst>
              <a:ext uri="{FF2B5EF4-FFF2-40B4-BE49-F238E27FC236}">
                <a16:creationId xmlns:a16="http://schemas.microsoft.com/office/drawing/2014/main" id="{22209FEC-DE95-FC3A-2784-FA502A93D08F}"/>
              </a:ext>
            </a:extLst>
          </p:cNvPr>
          <p:cNvCxnSpPr>
            <a:cxnSpLocks/>
            <a:stCxn id="43" idx="4"/>
          </p:cNvCxnSpPr>
          <p:nvPr>
            <p:custDataLst>
              <p:tags r:id="rId2"/>
            </p:custDataLst>
          </p:nvPr>
        </p:nvCxnSpPr>
        <p:spPr>
          <a:xfrm>
            <a:off x="668654" y="2568842"/>
            <a:ext cx="0" cy="1080000"/>
          </a:xfrm>
          <a:prstGeom prst="line">
            <a:avLst/>
          </a:prstGeom>
          <a:ln w="12700">
            <a:solidFill>
              <a:schemeClr val="accent1">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3" name="Straight Connector 28">
            <a:extLst>
              <a:ext uri="{FF2B5EF4-FFF2-40B4-BE49-F238E27FC236}">
                <a16:creationId xmlns:a16="http://schemas.microsoft.com/office/drawing/2014/main" id="{67BF870D-21F8-11D6-8216-94862E225334}"/>
              </a:ext>
            </a:extLst>
          </p:cNvPr>
          <p:cNvCxnSpPr>
            <a:cxnSpLocks/>
          </p:cNvCxnSpPr>
          <p:nvPr>
            <p:custDataLst>
              <p:tags r:id="rId3"/>
            </p:custDataLst>
          </p:nvPr>
        </p:nvCxnSpPr>
        <p:spPr>
          <a:xfrm>
            <a:off x="4731956" y="2524082"/>
            <a:ext cx="0" cy="1080000"/>
          </a:xfrm>
          <a:prstGeom prst="line">
            <a:avLst/>
          </a:prstGeom>
          <a:ln w="12700">
            <a:solidFill>
              <a:schemeClr val="accent1">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sp>
        <p:nvSpPr>
          <p:cNvPr id="179" name="Text Placeholder 3">
            <a:extLst>
              <a:ext uri="{FF2B5EF4-FFF2-40B4-BE49-F238E27FC236}">
                <a16:creationId xmlns:a16="http://schemas.microsoft.com/office/drawing/2014/main" id="{EA58C0F7-0FE7-93FD-3D37-98DA0F03CD28}"/>
              </a:ext>
            </a:extLst>
          </p:cNvPr>
          <p:cNvSpPr txBox="1">
            <a:spLocks/>
          </p:cNvSpPr>
          <p:nvPr>
            <p:custDataLst>
              <p:tags r:id="rId4"/>
            </p:custDataLst>
          </p:nvPr>
        </p:nvSpPr>
        <p:spPr>
          <a:xfrm>
            <a:off x="463547" y="832490"/>
            <a:ext cx="11264900" cy="464060"/>
          </a:xfrm>
          <a:prstGeom prst="rect">
            <a:avLst/>
          </a:prstGeom>
        </p:spPr>
        <p:txBody>
          <a:bodyPr/>
          <a:lstStyle>
            <a:lvl1pPr marL="0" indent="0" algn="l" defTabSz="1219170" rtl="0" eaLnBrk="1" latinLnBrk="0" hangingPunct="1">
              <a:spcBef>
                <a:spcPts val="0"/>
              </a:spcBef>
              <a:spcAft>
                <a:spcPts val="1333"/>
              </a:spcAft>
              <a:buSzPct val="100000"/>
              <a:buFont typeface="Arial" panose="020B0604020202020204" pitchFamily="34" charset="0"/>
              <a:buNone/>
              <a:defRPr sz="1200" b="0" kern="1200">
                <a:solidFill>
                  <a:schemeClr val="tx1"/>
                </a:solidFill>
                <a:latin typeface="+mn-lt"/>
                <a:ea typeface="+mn-ea"/>
                <a:cs typeface="+mn-cs"/>
              </a:defRPr>
            </a:lvl1pPr>
            <a:lvl2pPr marL="0" indent="0" algn="l" defTabSz="1219170" rtl="0" eaLnBrk="1" latinLnBrk="0" hangingPunct="1">
              <a:spcBef>
                <a:spcPts val="0"/>
              </a:spcBef>
              <a:spcAft>
                <a:spcPts val="1333"/>
              </a:spcAft>
              <a:buClrTx/>
              <a:buSzPct val="100000"/>
              <a:buFont typeface="Arial"/>
              <a:buNone/>
              <a:defRPr lang="en-US" sz="1200" b="1" kern="1200" dirty="0" smtClean="0">
                <a:solidFill>
                  <a:schemeClr val="tx1"/>
                </a:solidFill>
                <a:latin typeface="+mn-lt"/>
                <a:ea typeface="+mn-ea"/>
                <a:cs typeface="+mn-cs"/>
              </a:defRPr>
            </a:lvl2pPr>
            <a:lvl3pPr marL="169863" indent="-169863" algn="l" defTabSz="1219170" rtl="0" eaLnBrk="1" latinLnBrk="0" hangingPunct="1">
              <a:spcBef>
                <a:spcPts val="0"/>
              </a:spcBef>
              <a:spcAft>
                <a:spcPts val="600"/>
              </a:spcAft>
              <a:buClrTx/>
              <a:buSzPct val="120000"/>
              <a:buFont typeface="Arial" panose="020B0604020202020204" pitchFamily="34" charset="0"/>
              <a:buChar char="•"/>
              <a:defRPr lang="en-US" sz="1200" kern="1200" dirty="0" smtClean="0">
                <a:solidFill>
                  <a:schemeClr val="tx1"/>
                </a:solidFill>
                <a:latin typeface="+mn-lt"/>
                <a:ea typeface="+mn-ea"/>
                <a:cs typeface="+mn-cs"/>
              </a:defRPr>
            </a:lvl3pPr>
            <a:lvl4pPr marL="284163" indent="-114300" algn="l" defTabSz="1219170" rtl="0" eaLnBrk="1" latinLnBrk="0" hangingPunct="1">
              <a:spcBef>
                <a:spcPts val="0"/>
              </a:spcBef>
              <a:spcAft>
                <a:spcPts val="600"/>
              </a:spcAft>
              <a:buClrTx/>
              <a:buSzPct val="100000"/>
              <a:buFont typeface="Arial" panose="020B0604020202020204" pitchFamily="34" charset="0"/>
              <a:buChar char="•"/>
              <a:defRPr lang="en-US" sz="1200" kern="1200" baseline="0" dirty="0" smtClean="0">
                <a:solidFill>
                  <a:schemeClr val="tx1"/>
                </a:solidFill>
                <a:latin typeface="+mn-lt"/>
                <a:ea typeface="+mn-ea"/>
                <a:cs typeface="+mn-cs"/>
              </a:defRPr>
            </a:lvl4pPr>
            <a:lvl5pPr marL="400050" indent="-115888" algn="l" defTabSz="1064657" rtl="0" eaLnBrk="1" latinLnBrk="0" hangingPunct="1">
              <a:spcBef>
                <a:spcPts val="0"/>
              </a:spcBef>
              <a:spcAft>
                <a:spcPts val="600"/>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marL="0" marR="0" lvl="0" indent="0" algn="l" defTabSz="1219170" rtl="0" eaLnBrk="1" fontAlgn="auto" latinLnBrk="0" hangingPunct="1">
              <a:lnSpc>
                <a:spcPct val="100000"/>
              </a:lnSpc>
              <a:spcBef>
                <a:spcPts val="0"/>
              </a:spcBef>
              <a:spcAft>
                <a:spcPts val="1333"/>
              </a:spcAft>
              <a:buClrTx/>
              <a:buSzPct val="100000"/>
              <a:buFont typeface="Arial" panose="020B0604020202020204" pitchFamily="34" charset="0"/>
              <a:buNone/>
              <a:tabLst/>
              <a:defRPr/>
            </a:pPr>
            <a:r>
              <a:rPr kumimoji="0" lang="en-US" sz="1100" b="0" i="0" u="none" strike="noStrike" kern="1200" cap="none" spc="0" normalizeH="0" baseline="0" noProof="0">
                <a:ln>
                  <a:noFill/>
                </a:ln>
                <a:solidFill>
                  <a:srgbClr val="6B7280"/>
                </a:solidFill>
                <a:effectLst/>
                <a:uLnTx/>
                <a:uFillTx/>
                <a:latin typeface="Segoe UI"/>
                <a:ea typeface="Open Sans" panose="020B0606030504020204" pitchFamily="34" charset="0"/>
                <a:cs typeface="Open Sans" panose="020B0606030504020204" pitchFamily="34" charset="0"/>
              </a:rPr>
              <a:t>Align on project scope, stakeholder responsibilities, and key mobilization activities to support a successful project launch.</a:t>
            </a:r>
          </a:p>
          <a:p>
            <a:pPr marL="0" marR="0" lvl="0" indent="0" algn="l" defTabSz="1219170" rtl="0" eaLnBrk="1" fontAlgn="auto" latinLnBrk="0" hangingPunct="1">
              <a:lnSpc>
                <a:spcPct val="100000"/>
              </a:lnSpc>
              <a:spcBef>
                <a:spcPts val="0"/>
              </a:spcBef>
              <a:spcAft>
                <a:spcPts val="1333"/>
              </a:spcAft>
              <a:buClrTx/>
              <a:buSzPct val="100000"/>
              <a:buFont typeface="Arial" panose="020B0604020202020204" pitchFamily="34" charset="0"/>
              <a:buNone/>
              <a:tabLst/>
              <a:defRPr/>
            </a:pPr>
            <a:endParaRPr kumimoji="0" lang="en-US" sz="1100" b="0" i="0" u="none" strike="noStrike" kern="1200" cap="none" spc="0" normalizeH="0" baseline="0" noProof="0">
              <a:ln>
                <a:noFill/>
              </a:ln>
              <a:solidFill>
                <a:srgbClr val="6B7280"/>
              </a:solidFill>
              <a:effectLst/>
              <a:uLnTx/>
              <a:uFillTx/>
              <a:latin typeface="Segoe UI"/>
              <a:ea typeface="Open Sans" panose="020B0606030504020204" pitchFamily="34" charset="0"/>
              <a:cs typeface="Open Sans" panose="020B0606030504020204" pitchFamily="34" charset="0"/>
            </a:endParaRPr>
          </a:p>
        </p:txBody>
      </p:sp>
      <p:sp>
        <p:nvSpPr>
          <p:cNvPr id="181" name="Title 3">
            <a:extLst>
              <a:ext uri="{FF2B5EF4-FFF2-40B4-BE49-F238E27FC236}">
                <a16:creationId xmlns:a16="http://schemas.microsoft.com/office/drawing/2014/main" id="{EE5199C3-AB94-64D8-6C40-C55416FC0021}"/>
              </a:ext>
            </a:extLst>
          </p:cNvPr>
          <p:cNvSpPr txBox="1">
            <a:spLocks/>
          </p:cNvSpPr>
          <p:nvPr>
            <p:custDataLst>
              <p:tags r:id="rId5"/>
            </p:custDataLst>
          </p:nvPr>
        </p:nvSpPr>
        <p:spPr>
          <a:xfrm>
            <a:off x="457200" y="430082"/>
            <a:ext cx="11281285" cy="340136"/>
          </a:xfrm>
        </p:spPr>
        <p:txBody>
          <a:bodyPr/>
          <a:lstStyle>
            <a:lvl1pPr algn="l" defTabSz="1219170" rtl="0" eaLnBrk="1" latinLnBrk="0" hangingPunct="1">
              <a:spcBef>
                <a:spcPct val="0"/>
              </a:spcBef>
              <a:buNone/>
              <a:defRPr sz="2200" kern="1200">
                <a:solidFill>
                  <a:schemeClr val="tx1"/>
                </a:solidFill>
                <a:latin typeface="Calibri" panose="020F0502020204030204" pitchFamily="34" charset="0"/>
                <a:ea typeface="+mj-ea"/>
                <a:cs typeface="Calibri" panose="020F0502020204030204" pitchFamily="34" charset="0"/>
              </a:defRPr>
            </a:lvl1pPr>
          </a:lstStyle>
          <a:p>
            <a:pPr marL="0" marR="0" lvl="0" indent="0" algn="l" defTabSz="121917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rgbClr val="53565A"/>
                </a:solidFill>
                <a:effectLst/>
                <a:uLnTx/>
                <a:uFillTx/>
                <a:latin typeface="Open Sans" panose="020B0606030504020204" pitchFamily="34" charset="0"/>
                <a:ea typeface="Open Sans" panose="020B0606030504020204" pitchFamily="34" charset="0"/>
                <a:cs typeface="Open Sans" panose="020B0606030504020204" pitchFamily="34" charset="0"/>
              </a:rPr>
              <a:t>Our Journey To Date</a:t>
            </a:r>
          </a:p>
        </p:txBody>
      </p:sp>
      <p:cxnSp>
        <p:nvCxnSpPr>
          <p:cNvPr id="24" name="Straight Connector 3">
            <a:extLst>
              <a:ext uri="{FF2B5EF4-FFF2-40B4-BE49-F238E27FC236}">
                <a16:creationId xmlns:a16="http://schemas.microsoft.com/office/drawing/2014/main" id="{A7241D15-4359-EA05-2B89-5D8556C753A2}"/>
              </a:ext>
            </a:extLst>
          </p:cNvPr>
          <p:cNvCxnSpPr>
            <a:cxnSpLocks/>
            <a:stCxn id="41" idx="3"/>
          </p:cNvCxnSpPr>
          <p:nvPr>
            <p:custDataLst>
              <p:tags r:id="rId6"/>
            </p:custDataLst>
          </p:nvPr>
        </p:nvCxnSpPr>
        <p:spPr>
          <a:xfrm>
            <a:off x="10825535" y="3624566"/>
            <a:ext cx="971232" cy="0"/>
          </a:xfrm>
          <a:prstGeom prst="line">
            <a:avLst/>
          </a:prstGeom>
          <a:ln w="76200">
            <a:gradFill>
              <a:gsLst>
                <a:gs pos="0">
                  <a:schemeClr val="tx1">
                    <a:lumMod val="50000"/>
                    <a:lumOff val="50000"/>
                  </a:schemeClr>
                </a:gs>
                <a:gs pos="100000">
                  <a:schemeClr val="tx1"/>
                </a:gs>
              </a:gsLst>
              <a:lin ang="0" scaled="0"/>
            </a:gradFill>
          </a:ln>
        </p:spPr>
        <p:style>
          <a:lnRef idx="1">
            <a:schemeClr val="accent1"/>
          </a:lnRef>
          <a:fillRef idx="0">
            <a:schemeClr val="accent1"/>
          </a:fillRef>
          <a:effectRef idx="0">
            <a:schemeClr val="accent1"/>
          </a:effectRef>
          <a:fontRef idx="minor">
            <a:schemeClr val="tx1"/>
          </a:fontRef>
        </p:style>
      </p:cxnSp>
      <p:cxnSp>
        <p:nvCxnSpPr>
          <p:cNvPr id="26" name="Straight Connector 67">
            <a:extLst>
              <a:ext uri="{FF2B5EF4-FFF2-40B4-BE49-F238E27FC236}">
                <a16:creationId xmlns:a16="http://schemas.microsoft.com/office/drawing/2014/main" id="{31DA8F9D-2B19-5C21-8F58-F904FDA54000}"/>
              </a:ext>
            </a:extLst>
          </p:cNvPr>
          <p:cNvCxnSpPr>
            <a:cxnSpLocks/>
            <a:endCxn id="41" idx="3"/>
          </p:cNvCxnSpPr>
          <p:nvPr>
            <p:custDataLst>
              <p:tags r:id="rId7"/>
            </p:custDataLst>
          </p:nvPr>
        </p:nvCxnSpPr>
        <p:spPr>
          <a:xfrm>
            <a:off x="417367" y="3624566"/>
            <a:ext cx="10408168" cy="0"/>
          </a:xfrm>
          <a:prstGeom prst="line">
            <a:avLst/>
          </a:prstGeom>
          <a:ln w="76200">
            <a:gradFill>
              <a:gsLst>
                <a:gs pos="0">
                  <a:schemeClr val="accent1">
                    <a:lumMod val="40000"/>
                    <a:lumOff val="60000"/>
                  </a:schemeClr>
                </a:gs>
                <a:gs pos="100000">
                  <a:schemeClr val="accent1">
                    <a:lumMod val="75000"/>
                  </a:schemeClr>
                </a:gs>
              </a:gsLst>
              <a:lin ang="0" scaled="0"/>
            </a:gradFill>
          </a:ln>
        </p:spPr>
        <p:style>
          <a:lnRef idx="1">
            <a:schemeClr val="accent1"/>
          </a:lnRef>
          <a:fillRef idx="0">
            <a:schemeClr val="accent1"/>
          </a:fillRef>
          <a:effectRef idx="0">
            <a:schemeClr val="accent1"/>
          </a:effectRef>
          <a:fontRef idx="minor">
            <a:schemeClr val="tx1"/>
          </a:fontRef>
        </p:style>
      </p:cxnSp>
      <p:sp>
        <p:nvSpPr>
          <p:cNvPr id="28" name="Rectangle: Rounded Corners 54">
            <a:extLst>
              <a:ext uri="{FF2B5EF4-FFF2-40B4-BE49-F238E27FC236}">
                <a16:creationId xmlns:a16="http://schemas.microsoft.com/office/drawing/2014/main" id="{49760ECE-E078-ED15-CD2F-8D55FACB1D80}"/>
              </a:ext>
            </a:extLst>
          </p:cNvPr>
          <p:cNvSpPr>
            <a:spLocks/>
          </p:cNvSpPr>
          <p:nvPr>
            <p:custDataLst>
              <p:tags r:id="rId8"/>
            </p:custDataLst>
          </p:nvPr>
        </p:nvSpPr>
        <p:spPr bwMode="gray">
          <a:xfrm>
            <a:off x="222585" y="3487406"/>
            <a:ext cx="892138" cy="274320"/>
          </a:xfrm>
          <a:prstGeom prst="roundRect">
            <a:avLst>
              <a:gd name="adj" fmla="val 50000"/>
            </a:avLst>
          </a:prstGeom>
          <a:solidFill>
            <a:schemeClr val="accent1">
              <a:lumMod val="40000"/>
              <a:lumOff val="60000"/>
            </a:schemeClr>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1" u="none" strike="noStrike" kern="1200" cap="none" spc="0" normalizeH="0" baseline="0" noProof="0" dirty="0">
                <a:ln>
                  <a:noFill/>
                </a:ln>
                <a:solidFill>
                  <a:prstClr val="white"/>
                </a:solidFill>
                <a:effectLst/>
                <a:uLnTx/>
                <a:uFillTx/>
                <a:latin typeface="Open Sans"/>
                <a:ea typeface="+mn-ea"/>
                <a:cs typeface="+mn-cs"/>
              </a:rPr>
              <a:t>July</a:t>
            </a:r>
          </a:p>
        </p:txBody>
      </p:sp>
      <p:grpSp>
        <p:nvGrpSpPr>
          <p:cNvPr id="29" name="Group 47">
            <a:extLst>
              <a:ext uri="{FF2B5EF4-FFF2-40B4-BE49-F238E27FC236}">
                <a16:creationId xmlns:a16="http://schemas.microsoft.com/office/drawing/2014/main" id="{D52207F0-B156-71B8-F0F1-7CDFC98CC33D}"/>
              </a:ext>
            </a:extLst>
          </p:cNvPr>
          <p:cNvGrpSpPr/>
          <p:nvPr>
            <p:custDataLst>
              <p:tags r:id="rId9"/>
            </p:custDataLst>
          </p:nvPr>
        </p:nvGrpSpPr>
        <p:grpSpPr>
          <a:xfrm rot="10800000">
            <a:off x="6654952" y="3045277"/>
            <a:ext cx="1143567" cy="439434"/>
            <a:chOff x="2768182" y="6412833"/>
            <a:chExt cx="1143567" cy="445168"/>
          </a:xfrm>
          <a:gradFill>
            <a:gsLst>
              <a:gs pos="0">
                <a:srgbClr val="DAA600"/>
              </a:gs>
              <a:gs pos="100000">
                <a:srgbClr val="FFC000"/>
              </a:gs>
            </a:gsLst>
            <a:lin ang="3000000" scaled="0"/>
          </a:gradFill>
          <a:effectLst>
            <a:outerShdw blurRad="50800" dist="38100" dir="5400000" algn="t" rotWithShape="0">
              <a:prstClr val="black">
                <a:alpha val="40000"/>
              </a:prstClr>
            </a:outerShdw>
          </a:effectLst>
        </p:grpSpPr>
        <p:sp>
          <p:nvSpPr>
            <p:cNvPr id="30" name="Isosceles Triangle 48">
              <a:extLst>
                <a:ext uri="{FF2B5EF4-FFF2-40B4-BE49-F238E27FC236}">
                  <a16:creationId xmlns:a16="http://schemas.microsoft.com/office/drawing/2014/main" id="{ACDD119E-195B-1611-9FB9-9513EB0F250F}"/>
                </a:ext>
              </a:extLst>
            </p:cNvPr>
            <p:cNvSpPr>
              <a:spLocks/>
            </p:cNvSpPr>
            <p:nvPr/>
          </p:nvSpPr>
          <p:spPr bwMode="gray">
            <a:xfrm>
              <a:off x="2791326" y="6412833"/>
              <a:ext cx="1097280" cy="126013"/>
            </a:xfrm>
            <a:prstGeom prst="triangle">
              <a:avLst/>
            </a:prstGeom>
            <a:grp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1" i="0" u="none" strike="noStrike" kern="1200" cap="none" spc="0" normalizeH="0" baseline="0" noProof="0">
                <a:ln>
                  <a:noFill/>
                </a:ln>
                <a:solidFill>
                  <a:prstClr val="white">
                    <a:lumMod val="95000"/>
                  </a:prstClr>
                </a:solidFill>
                <a:effectLst/>
                <a:uLnTx/>
                <a:uFillTx/>
                <a:latin typeface="Open Sans"/>
                <a:ea typeface="+mn-ea"/>
                <a:cs typeface="+mn-cs"/>
              </a:endParaRPr>
            </a:p>
          </p:txBody>
        </p:sp>
        <p:sp>
          <p:nvSpPr>
            <p:cNvPr id="31" name="Rectangle: Rounded Corners 49">
              <a:extLst>
                <a:ext uri="{FF2B5EF4-FFF2-40B4-BE49-F238E27FC236}">
                  <a16:creationId xmlns:a16="http://schemas.microsoft.com/office/drawing/2014/main" id="{1231FFF1-47C4-3507-4CEC-066ED231A5FD}"/>
                </a:ext>
              </a:extLst>
            </p:cNvPr>
            <p:cNvSpPr>
              <a:spLocks/>
            </p:cNvSpPr>
            <p:nvPr/>
          </p:nvSpPr>
          <p:spPr bwMode="gray">
            <a:xfrm rot="10800000">
              <a:off x="2768182" y="6538846"/>
              <a:ext cx="1143567" cy="319155"/>
            </a:xfrm>
            <a:prstGeom prst="roundRect">
              <a:avLst/>
            </a:prstGeom>
            <a:grp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200" b="1" i="1" u="none" strike="noStrike" kern="1200" cap="none" spc="0" normalizeH="0" baseline="0" noProof="0" dirty="0">
                  <a:ln>
                    <a:noFill/>
                  </a:ln>
                  <a:solidFill>
                    <a:prstClr val="black"/>
                  </a:solidFill>
                  <a:effectLst/>
                  <a:uLnTx/>
                  <a:uFillTx/>
                  <a:latin typeface="Open Sans"/>
                  <a:ea typeface="+mn-ea"/>
                  <a:cs typeface="+mn-cs"/>
                </a:rPr>
                <a:t>WE ARE HERE</a:t>
              </a:r>
            </a:p>
          </p:txBody>
        </p:sp>
      </p:grpSp>
      <p:cxnSp>
        <p:nvCxnSpPr>
          <p:cNvPr id="35" name="Straight Connector 35">
            <a:extLst>
              <a:ext uri="{FF2B5EF4-FFF2-40B4-BE49-F238E27FC236}">
                <a16:creationId xmlns:a16="http://schemas.microsoft.com/office/drawing/2014/main" id="{DD67E6BF-8945-BED2-0DF4-9A970435C092}"/>
              </a:ext>
            </a:extLst>
          </p:cNvPr>
          <p:cNvCxnSpPr>
            <a:cxnSpLocks/>
          </p:cNvCxnSpPr>
          <p:nvPr>
            <p:custDataLst>
              <p:tags r:id="rId10"/>
            </p:custDataLst>
          </p:nvPr>
        </p:nvCxnSpPr>
        <p:spPr>
          <a:xfrm>
            <a:off x="10205808" y="2524082"/>
            <a:ext cx="0" cy="1080000"/>
          </a:xfrm>
          <a:prstGeom prst="line">
            <a:avLst/>
          </a:prstGeom>
          <a:ln w="12700">
            <a:solidFill>
              <a:schemeClr val="accent2">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6" name="Straight Connector 27">
            <a:extLst>
              <a:ext uri="{FF2B5EF4-FFF2-40B4-BE49-F238E27FC236}">
                <a16:creationId xmlns:a16="http://schemas.microsoft.com/office/drawing/2014/main" id="{9697C882-EC92-36AD-300E-BAC51D998E2E}"/>
              </a:ext>
            </a:extLst>
          </p:cNvPr>
          <p:cNvCxnSpPr>
            <a:cxnSpLocks/>
          </p:cNvCxnSpPr>
          <p:nvPr>
            <p:custDataLst>
              <p:tags r:id="rId11"/>
            </p:custDataLst>
          </p:nvPr>
        </p:nvCxnSpPr>
        <p:spPr>
          <a:xfrm>
            <a:off x="2755570" y="3617785"/>
            <a:ext cx="0" cy="1080000"/>
          </a:xfrm>
          <a:prstGeom prst="line">
            <a:avLst/>
          </a:prstGeom>
          <a:ln w="12700">
            <a:solidFill>
              <a:schemeClr val="accent1">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7" name="Straight Connector 30">
            <a:extLst>
              <a:ext uri="{FF2B5EF4-FFF2-40B4-BE49-F238E27FC236}">
                <a16:creationId xmlns:a16="http://schemas.microsoft.com/office/drawing/2014/main" id="{1E917CB6-D25F-DDAB-0E23-059844293606}"/>
              </a:ext>
            </a:extLst>
          </p:cNvPr>
          <p:cNvCxnSpPr>
            <a:cxnSpLocks/>
          </p:cNvCxnSpPr>
          <p:nvPr>
            <p:custDataLst>
              <p:tags r:id="rId12"/>
            </p:custDataLst>
          </p:nvPr>
        </p:nvCxnSpPr>
        <p:spPr>
          <a:xfrm>
            <a:off x="7210760" y="3617784"/>
            <a:ext cx="0" cy="1080000"/>
          </a:xfrm>
          <a:prstGeom prst="line">
            <a:avLst/>
          </a:prstGeom>
          <a:ln w="12700">
            <a:solidFill>
              <a:schemeClr val="accent1">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sp>
        <p:nvSpPr>
          <p:cNvPr id="39" name="Rectangle 38">
            <a:extLst>
              <a:ext uri="{FF2B5EF4-FFF2-40B4-BE49-F238E27FC236}">
                <a16:creationId xmlns:a16="http://schemas.microsoft.com/office/drawing/2014/main" id="{BF35C415-301A-9D5C-0BAE-B702BFC0DC62}"/>
              </a:ext>
            </a:extLst>
          </p:cNvPr>
          <p:cNvSpPr>
            <a:spLocks/>
          </p:cNvSpPr>
          <p:nvPr>
            <p:custDataLst>
              <p:tags r:id="rId13"/>
            </p:custDataLst>
          </p:nvPr>
        </p:nvSpPr>
        <p:spPr bwMode="gray">
          <a:xfrm>
            <a:off x="893869" y="2155678"/>
            <a:ext cx="2250440" cy="542115"/>
          </a:xfrm>
          <a:prstGeom prst="rect">
            <a:avLst/>
          </a:prstGeom>
          <a:noFill/>
          <a:ln w="19050" algn="ctr">
            <a:noFill/>
            <a:miter lim="800000"/>
            <a:headEnd/>
            <a:tailEnd/>
          </a:ln>
        </p:spPr>
        <p:txBody>
          <a:bodyPr wrap="square" lIns="91440" tIns="91440" rIns="91440" bIns="91440"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0" normalizeH="0" baseline="0" noProof="0" dirty="0">
                <a:ln>
                  <a:noFill/>
                </a:ln>
                <a:solidFill>
                  <a:srgbClr val="9B40EA">
                    <a:lumMod val="60000"/>
                    <a:lumOff val="40000"/>
                  </a:srgbClr>
                </a:solidFill>
                <a:effectLst/>
                <a:uLnTx/>
                <a:uFillTx/>
                <a:latin typeface="Open Sans"/>
                <a:ea typeface="+mn-ea"/>
                <a:cs typeface="+mn-cs"/>
              </a:rPr>
              <a:t>Reviewed Visa's Issuing Debit Card Rules</a:t>
            </a:r>
          </a:p>
        </p:txBody>
      </p:sp>
      <p:sp>
        <p:nvSpPr>
          <p:cNvPr id="40" name="Oval 18">
            <a:extLst>
              <a:ext uri="{FF2B5EF4-FFF2-40B4-BE49-F238E27FC236}">
                <a16:creationId xmlns:a16="http://schemas.microsoft.com/office/drawing/2014/main" id="{88C57BCC-6440-9C08-D612-E8B3FDCE6635}"/>
              </a:ext>
            </a:extLst>
          </p:cNvPr>
          <p:cNvSpPr>
            <a:spLocks/>
          </p:cNvSpPr>
          <p:nvPr/>
        </p:nvSpPr>
        <p:spPr bwMode="gray">
          <a:xfrm>
            <a:off x="2572690" y="4708006"/>
            <a:ext cx="365760" cy="365760"/>
          </a:xfrm>
          <a:prstGeom prst="ellipse">
            <a:avLst/>
          </a:prstGeom>
          <a:solidFill>
            <a:schemeClr val="accent1">
              <a:lumMod val="60000"/>
              <a:lumOff val="40000"/>
            </a:schemeClr>
          </a:solidFill>
          <a:ln w="19050" algn="ctr">
            <a:solidFill>
              <a:schemeClr val="bg1"/>
            </a:solidFill>
            <a:miter lim="800000"/>
            <a:headEnd/>
            <a:tailEnd/>
          </a:ln>
          <a:effectLst>
            <a:outerShdw blurRad="50800" dist="38100" dir="2700000" algn="tl" rotWithShape="0">
              <a:prstClr val="black">
                <a:alpha val="40000"/>
              </a:prstClr>
            </a:outerShdw>
          </a:effectLst>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1" i="1" u="none" strike="noStrike" kern="1200" cap="none" spc="0" normalizeH="0" baseline="0" noProof="0" dirty="0">
                <a:ln>
                  <a:noFill/>
                </a:ln>
                <a:solidFill>
                  <a:prstClr val="white"/>
                </a:solidFill>
                <a:effectLst/>
                <a:uLnTx/>
                <a:uFillTx/>
                <a:latin typeface="Open Sans"/>
                <a:ea typeface="+mn-ea"/>
                <a:cs typeface="+mn-cs"/>
              </a:rPr>
              <a:t>2</a:t>
            </a:r>
          </a:p>
        </p:txBody>
      </p:sp>
      <p:sp>
        <p:nvSpPr>
          <p:cNvPr id="41" name="Rectangle: Rounded Corners 56">
            <a:extLst>
              <a:ext uri="{FF2B5EF4-FFF2-40B4-BE49-F238E27FC236}">
                <a16:creationId xmlns:a16="http://schemas.microsoft.com/office/drawing/2014/main" id="{2F8598D3-76D3-7A67-D0FE-96273742F2A5}"/>
              </a:ext>
            </a:extLst>
          </p:cNvPr>
          <p:cNvSpPr>
            <a:spLocks/>
          </p:cNvSpPr>
          <p:nvPr>
            <p:custDataLst>
              <p:tags r:id="rId14"/>
            </p:custDataLst>
          </p:nvPr>
        </p:nvSpPr>
        <p:spPr bwMode="gray">
          <a:xfrm>
            <a:off x="9558223" y="3487406"/>
            <a:ext cx="1267312" cy="274320"/>
          </a:xfrm>
          <a:prstGeom prst="roundRect">
            <a:avLst>
              <a:gd name="adj" fmla="val 50000"/>
            </a:avLst>
          </a:prstGeom>
          <a:solidFill>
            <a:schemeClr val="accent2">
              <a:lumMod val="50000"/>
            </a:schemeClr>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1" u="none" strike="noStrike" kern="1200" cap="none" spc="0" normalizeH="0" baseline="0" noProof="0" dirty="0">
                <a:ln>
                  <a:noFill/>
                </a:ln>
                <a:solidFill>
                  <a:prstClr val="white"/>
                </a:solidFill>
                <a:effectLst/>
                <a:uLnTx/>
                <a:uFillTx/>
                <a:latin typeface="Open Sans"/>
                <a:ea typeface="+mn-ea"/>
                <a:cs typeface="+mn-cs"/>
              </a:rPr>
              <a:t>Mid-December</a:t>
            </a:r>
          </a:p>
        </p:txBody>
      </p:sp>
      <p:sp>
        <p:nvSpPr>
          <p:cNvPr id="42" name="Oval 20">
            <a:extLst>
              <a:ext uri="{FF2B5EF4-FFF2-40B4-BE49-F238E27FC236}">
                <a16:creationId xmlns:a16="http://schemas.microsoft.com/office/drawing/2014/main" id="{8A99371C-3EC6-0E74-65A1-8F23D8D22A95}"/>
              </a:ext>
            </a:extLst>
          </p:cNvPr>
          <p:cNvSpPr>
            <a:spLocks/>
          </p:cNvSpPr>
          <p:nvPr/>
        </p:nvSpPr>
        <p:spPr bwMode="gray">
          <a:xfrm>
            <a:off x="7027880" y="4708006"/>
            <a:ext cx="365760" cy="365760"/>
          </a:xfrm>
          <a:prstGeom prst="ellipse">
            <a:avLst/>
          </a:prstGeom>
          <a:solidFill>
            <a:schemeClr val="accent1">
              <a:lumMod val="75000"/>
            </a:schemeClr>
          </a:solidFill>
          <a:ln w="19050" algn="ctr">
            <a:solidFill>
              <a:schemeClr val="bg1"/>
            </a:solidFill>
            <a:miter lim="800000"/>
            <a:headEnd/>
            <a:tailEnd/>
          </a:ln>
          <a:effectLst>
            <a:outerShdw blurRad="50800" dist="38100" dir="2700000" algn="tl" rotWithShape="0">
              <a:prstClr val="black">
                <a:alpha val="40000"/>
              </a:prstClr>
            </a:outerShdw>
          </a:effectLst>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1" i="1" u="none" strike="noStrike" kern="1200" cap="none" spc="0" normalizeH="0" baseline="0" noProof="0" dirty="0">
                <a:ln>
                  <a:noFill/>
                </a:ln>
                <a:solidFill>
                  <a:prstClr val="white"/>
                </a:solidFill>
                <a:effectLst/>
                <a:uLnTx/>
                <a:uFillTx/>
                <a:latin typeface="Open Sans"/>
                <a:ea typeface="+mn-ea"/>
                <a:cs typeface="+mn-cs"/>
              </a:rPr>
              <a:t>4</a:t>
            </a:r>
          </a:p>
        </p:txBody>
      </p:sp>
      <p:sp>
        <p:nvSpPr>
          <p:cNvPr id="43" name="Oval 17">
            <a:extLst>
              <a:ext uri="{FF2B5EF4-FFF2-40B4-BE49-F238E27FC236}">
                <a16:creationId xmlns:a16="http://schemas.microsoft.com/office/drawing/2014/main" id="{37836146-B336-7C49-BF25-1ADE0CD2222A}"/>
              </a:ext>
            </a:extLst>
          </p:cNvPr>
          <p:cNvSpPr>
            <a:spLocks/>
          </p:cNvSpPr>
          <p:nvPr/>
        </p:nvSpPr>
        <p:spPr bwMode="gray">
          <a:xfrm>
            <a:off x="485774" y="2203083"/>
            <a:ext cx="365760" cy="365760"/>
          </a:xfrm>
          <a:prstGeom prst="ellipse">
            <a:avLst/>
          </a:prstGeom>
          <a:solidFill>
            <a:schemeClr val="accent1">
              <a:lumMod val="60000"/>
              <a:lumOff val="40000"/>
            </a:schemeClr>
          </a:solidFill>
          <a:ln w="19050" algn="ctr">
            <a:solidFill>
              <a:schemeClr val="bg1"/>
            </a:solidFill>
            <a:miter lim="800000"/>
            <a:headEnd/>
            <a:tailEnd/>
          </a:ln>
          <a:effectLst>
            <a:outerShdw blurRad="50800" dist="38100" dir="2700000" algn="tl" rotWithShape="0">
              <a:prstClr val="black">
                <a:alpha val="40000"/>
              </a:prstClr>
            </a:outerShdw>
          </a:effectLst>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1" i="1" u="none" strike="noStrike" kern="1200" cap="none" spc="0" normalizeH="0" baseline="0" noProof="0">
                <a:ln>
                  <a:noFill/>
                </a:ln>
                <a:solidFill>
                  <a:prstClr val="white"/>
                </a:solidFill>
                <a:effectLst/>
                <a:uLnTx/>
                <a:uFillTx/>
                <a:latin typeface="Open Sans"/>
                <a:ea typeface="+mn-ea"/>
                <a:cs typeface="+mn-cs"/>
              </a:rPr>
              <a:t>1</a:t>
            </a:r>
          </a:p>
        </p:txBody>
      </p:sp>
      <p:sp>
        <p:nvSpPr>
          <p:cNvPr id="44" name="Oval 19">
            <a:extLst>
              <a:ext uri="{FF2B5EF4-FFF2-40B4-BE49-F238E27FC236}">
                <a16:creationId xmlns:a16="http://schemas.microsoft.com/office/drawing/2014/main" id="{A633C19E-6999-F641-B989-FF684C4FFB2B}"/>
              </a:ext>
            </a:extLst>
          </p:cNvPr>
          <p:cNvSpPr>
            <a:spLocks/>
          </p:cNvSpPr>
          <p:nvPr/>
        </p:nvSpPr>
        <p:spPr bwMode="gray">
          <a:xfrm>
            <a:off x="4549076" y="2203083"/>
            <a:ext cx="365760" cy="365760"/>
          </a:xfrm>
          <a:prstGeom prst="ellipse">
            <a:avLst/>
          </a:prstGeom>
          <a:solidFill>
            <a:schemeClr val="accent1">
              <a:lumMod val="60000"/>
              <a:lumOff val="40000"/>
            </a:schemeClr>
          </a:solidFill>
          <a:ln w="19050" algn="ctr">
            <a:solidFill>
              <a:schemeClr val="bg1"/>
            </a:solidFill>
            <a:miter lim="800000"/>
            <a:headEnd/>
            <a:tailEnd/>
          </a:ln>
          <a:effectLst>
            <a:outerShdw blurRad="50800" dist="38100" dir="2700000" algn="tl" rotWithShape="0">
              <a:prstClr val="black">
                <a:alpha val="40000"/>
              </a:prstClr>
            </a:outerShdw>
          </a:effectLst>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1" i="1" u="none" strike="noStrike" kern="1200" cap="none" spc="0" normalizeH="0" baseline="0" noProof="0">
                <a:ln>
                  <a:noFill/>
                </a:ln>
                <a:solidFill>
                  <a:prstClr val="white"/>
                </a:solidFill>
                <a:effectLst/>
                <a:uLnTx/>
                <a:uFillTx/>
                <a:latin typeface="Open Sans"/>
                <a:ea typeface="+mn-ea"/>
                <a:cs typeface="+mn-cs"/>
              </a:rPr>
              <a:t>3</a:t>
            </a:r>
          </a:p>
        </p:txBody>
      </p:sp>
      <p:sp>
        <p:nvSpPr>
          <p:cNvPr id="47" name="Oval 34">
            <a:extLst>
              <a:ext uri="{FF2B5EF4-FFF2-40B4-BE49-F238E27FC236}">
                <a16:creationId xmlns:a16="http://schemas.microsoft.com/office/drawing/2014/main" id="{1F72450E-DEDF-5AFB-3AD2-114038DB73B9}"/>
              </a:ext>
            </a:extLst>
          </p:cNvPr>
          <p:cNvSpPr>
            <a:spLocks/>
          </p:cNvSpPr>
          <p:nvPr/>
        </p:nvSpPr>
        <p:spPr bwMode="gray">
          <a:xfrm>
            <a:off x="10022928" y="2203083"/>
            <a:ext cx="365760" cy="365760"/>
          </a:xfrm>
          <a:prstGeom prst="ellipse">
            <a:avLst/>
          </a:prstGeom>
          <a:noFill/>
          <a:ln w="19050" algn="ctr">
            <a:solidFill>
              <a:schemeClr val="bg1"/>
            </a:solidFill>
            <a:miter lim="800000"/>
            <a:headEnd/>
            <a:tailEnd/>
          </a:ln>
          <a:effectLst>
            <a:outerShdw blurRad="50800" dist="38100" dir="2700000" algn="tl" rotWithShape="0">
              <a:prstClr val="black">
                <a:alpha val="40000"/>
              </a:prstClr>
            </a:outerShdw>
          </a:effectLst>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1" u="none" strike="noStrike" kern="1200" cap="none" spc="0" normalizeH="0" baseline="0" noProof="0" dirty="0">
                <a:ln>
                  <a:noFill/>
                </a:ln>
                <a:solidFill>
                  <a:prstClr val="white"/>
                </a:solidFill>
                <a:effectLst/>
                <a:uLnTx/>
                <a:uFillTx/>
                <a:latin typeface="Open Sans"/>
                <a:ea typeface="+mn-ea"/>
                <a:cs typeface="+mn-cs"/>
              </a:rPr>
              <a:t> </a:t>
            </a:r>
            <a:endParaRPr kumimoji="0" lang="en-CA" sz="1400" b="1" i="1" u="none" strike="noStrike" kern="1200" cap="none" spc="0" normalizeH="0" baseline="0" noProof="0" dirty="0">
              <a:ln>
                <a:noFill/>
              </a:ln>
              <a:solidFill>
                <a:prstClr val="white"/>
              </a:solidFill>
              <a:effectLst/>
              <a:uLnTx/>
              <a:uFillTx/>
              <a:latin typeface="Open Sans"/>
              <a:ea typeface="+mn-ea"/>
              <a:cs typeface="+mn-cs"/>
            </a:endParaRPr>
          </a:p>
        </p:txBody>
      </p:sp>
      <p:sp>
        <p:nvSpPr>
          <p:cNvPr id="48" name="Rectangle 47">
            <a:extLst>
              <a:ext uri="{FF2B5EF4-FFF2-40B4-BE49-F238E27FC236}">
                <a16:creationId xmlns:a16="http://schemas.microsoft.com/office/drawing/2014/main" id="{95D18241-C8E3-5568-D8B8-66105FCFA754}"/>
              </a:ext>
            </a:extLst>
          </p:cNvPr>
          <p:cNvSpPr>
            <a:spLocks/>
          </p:cNvSpPr>
          <p:nvPr>
            <p:custDataLst>
              <p:tags r:id="rId15"/>
            </p:custDataLst>
          </p:nvPr>
        </p:nvSpPr>
        <p:spPr bwMode="gray">
          <a:xfrm>
            <a:off x="4957171" y="2155678"/>
            <a:ext cx="2250440" cy="542115"/>
          </a:xfrm>
          <a:prstGeom prst="rect">
            <a:avLst/>
          </a:prstGeom>
          <a:noFill/>
          <a:ln w="19050" algn="ctr">
            <a:noFill/>
            <a:miter lim="800000"/>
            <a:headEnd/>
            <a:tailEnd/>
          </a:ln>
        </p:spPr>
        <p:txBody>
          <a:bodyPr wrap="square" lIns="91440" tIns="91440" rIns="91440" bIns="91440"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0" normalizeH="0" baseline="0" noProof="0" dirty="0">
                <a:ln>
                  <a:noFill/>
                </a:ln>
                <a:solidFill>
                  <a:srgbClr val="9B40EA">
                    <a:lumMod val="60000"/>
                    <a:lumOff val="40000"/>
                  </a:srgbClr>
                </a:solidFill>
                <a:effectLst/>
                <a:uLnTx/>
                <a:uFillTx/>
                <a:latin typeface="Open Sans"/>
                <a:ea typeface="+mn-ea"/>
                <a:cs typeface="+mn-cs"/>
              </a:rPr>
              <a:t>Identified FTE needs and required changes for the compliance function</a:t>
            </a:r>
            <a:endParaRPr kumimoji="0" lang="en-CA" sz="1200" b="1" i="0" u="none" strike="noStrike" kern="1200" cap="none" spc="0" normalizeH="0" baseline="0" noProof="0" dirty="0">
              <a:ln>
                <a:noFill/>
              </a:ln>
              <a:solidFill>
                <a:srgbClr val="9B40EA">
                  <a:lumMod val="60000"/>
                  <a:lumOff val="40000"/>
                </a:srgbClr>
              </a:solidFill>
              <a:effectLst/>
              <a:uLnTx/>
              <a:uFillTx/>
              <a:latin typeface="Open Sans"/>
              <a:ea typeface="+mn-ea"/>
              <a:cs typeface="+mn-cs"/>
            </a:endParaRPr>
          </a:p>
        </p:txBody>
      </p:sp>
      <p:sp>
        <p:nvSpPr>
          <p:cNvPr id="50" name="Rectangle 49">
            <a:extLst>
              <a:ext uri="{FF2B5EF4-FFF2-40B4-BE49-F238E27FC236}">
                <a16:creationId xmlns:a16="http://schemas.microsoft.com/office/drawing/2014/main" id="{DC406405-79D6-FC04-CB2A-1399A028125A}"/>
              </a:ext>
            </a:extLst>
          </p:cNvPr>
          <p:cNvSpPr>
            <a:spLocks/>
          </p:cNvSpPr>
          <p:nvPr>
            <p:custDataLst>
              <p:tags r:id="rId16"/>
            </p:custDataLst>
          </p:nvPr>
        </p:nvSpPr>
        <p:spPr bwMode="gray">
          <a:xfrm>
            <a:off x="10428084" y="2228510"/>
            <a:ext cx="1588489" cy="678098"/>
          </a:xfrm>
          <a:prstGeom prst="rect">
            <a:avLst/>
          </a:prstGeom>
          <a:noFill/>
          <a:ln w="19050" algn="ctr">
            <a:noFill/>
            <a:miter lim="800000"/>
            <a:headEnd/>
            <a:tailEnd/>
          </a:ln>
        </p:spPr>
        <p:txBody>
          <a:bodyPr wrap="square" lIns="91440" tIns="91440" rIns="91440" bIns="91440"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0" normalizeH="0" baseline="0" noProof="0" dirty="0">
                <a:ln>
                  <a:noFill/>
                </a:ln>
                <a:solidFill>
                  <a:srgbClr val="C2E2E3">
                    <a:lumMod val="50000"/>
                  </a:srgbClr>
                </a:solidFill>
                <a:effectLst/>
                <a:uLnTx/>
                <a:uFillTx/>
                <a:latin typeface="Open Sans"/>
                <a:ea typeface="+mn-ea"/>
                <a:cs typeface="+mn-cs"/>
              </a:rPr>
              <a:t>Visa Debit go-live</a:t>
            </a:r>
            <a:endParaRPr kumimoji="0" lang="en-CA" sz="1200" b="1" i="0" u="none" strike="noStrike" kern="1200" cap="none" spc="0" normalizeH="0" baseline="0" noProof="0" dirty="0">
              <a:ln>
                <a:noFill/>
              </a:ln>
              <a:solidFill>
                <a:srgbClr val="C2E2E3">
                  <a:lumMod val="50000"/>
                </a:srgbClr>
              </a:solidFill>
              <a:effectLst/>
              <a:uLnTx/>
              <a:uFillTx/>
              <a:latin typeface="Open Sans"/>
              <a:ea typeface="+mn-ea"/>
              <a:cs typeface="+mn-cs"/>
            </a:endParaRPr>
          </a:p>
        </p:txBody>
      </p:sp>
      <p:sp>
        <p:nvSpPr>
          <p:cNvPr id="51" name="Rectangle 50">
            <a:extLst>
              <a:ext uri="{FF2B5EF4-FFF2-40B4-BE49-F238E27FC236}">
                <a16:creationId xmlns:a16="http://schemas.microsoft.com/office/drawing/2014/main" id="{7F3BDFCC-0C0E-862F-EC98-418C75034177}"/>
              </a:ext>
            </a:extLst>
          </p:cNvPr>
          <p:cNvSpPr>
            <a:spLocks/>
          </p:cNvSpPr>
          <p:nvPr>
            <p:custDataLst>
              <p:tags r:id="rId17"/>
            </p:custDataLst>
          </p:nvPr>
        </p:nvSpPr>
        <p:spPr bwMode="gray">
          <a:xfrm>
            <a:off x="2980784" y="4547135"/>
            <a:ext cx="2294533" cy="645532"/>
          </a:xfrm>
          <a:prstGeom prst="rect">
            <a:avLst/>
          </a:prstGeom>
          <a:noFill/>
          <a:ln w="19050" algn="ctr">
            <a:noFill/>
            <a:miter lim="800000"/>
            <a:headEnd/>
            <a:tailEnd/>
          </a:ln>
        </p:spPr>
        <p:txBody>
          <a:bodyPr wrap="square" lIns="91440" tIns="91440" rIns="91440" bIns="91440"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0" normalizeH="0" baseline="0" noProof="0" dirty="0">
                <a:ln>
                  <a:noFill/>
                </a:ln>
                <a:solidFill>
                  <a:srgbClr val="9B40EA">
                    <a:lumMod val="60000"/>
                    <a:lumOff val="40000"/>
                  </a:srgbClr>
                </a:solidFill>
                <a:effectLst/>
                <a:uLnTx/>
                <a:uFillTx/>
                <a:latin typeface="Open Sans"/>
                <a:ea typeface="+mn-ea"/>
                <a:cs typeface="+mn-cs"/>
              </a:rPr>
              <a:t>Assessed Beem's current-state compliance function </a:t>
            </a:r>
            <a:r>
              <a:rPr kumimoji="0" lang="en-US" sz="1200" b="0" i="1" u="none" strike="noStrike" kern="1200" cap="none" spc="0" normalizeH="0" baseline="0" noProof="0" dirty="0">
                <a:ln>
                  <a:noFill/>
                </a:ln>
                <a:solidFill>
                  <a:srgbClr val="9B40EA">
                    <a:lumMod val="60000"/>
                    <a:lumOff val="40000"/>
                  </a:srgbClr>
                </a:solidFill>
                <a:effectLst/>
                <a:uLnTx/>
                <a:uFillTx/>
                <a:latin typeface="Open Sans"/>
                <a:ea typeface="+mn-ea"/>
                <a:cs typeface="+mn-cs"/>
              </a:rPr>
              <a:t>(Across AML, fraud, fraudulent d</a:t>
            </a:r>
            <a:r>
              <a:rPr kumimoji="0" lang="en-US" sz="1200" b="0" i="1" u="none" strike="noStrike" kern="1200" cap="none" spc="0" normalizeH="0" baseline="0" noProof="0" dirty="0" err="1">
                <a:ln>
                  <a:noFill/>
                </a:ln>
                <a:solidFill>
                  <a:srgbClr val="9B40EA">
                    <a:lumMod val="60000"/>
                    <a:lumOff val="40000"/>
                  </a:srgbClr>
                </a:solidFill>
                <a:effectLst/>
                <a:uLnTx/>
                <a:uFillTx/>
                <a:latin typeface="Open Sans"/>
                <a:ea typeface="+mn-ea"/>
                <a:cs typeface="+mn-cs"/>
              </a:rPr>
              <a:t>isputes</a:t>
            </a:r>
            <a:r>
              <a:rPr kumimoji="0" lang="en-US" sz="1200" b="0" i="1" u="none" strike="noStrike" kern="1200" cap="none" spc="0" normalizeH="0" baseline="0" noProof="0" dirty="0">
                <a:ln>
                  <a:noFill/>
                </a:ln>
                <a:solidFill>
                  <a:srgbClr val="9B40EA">
                    <a:lumMod val="60000"/>
                    <a:lumOff val="40000"/>
                  </a:srgbClr>
                </a:solidFill>
                <a:effectLst/>
                <a:uLnTx/>
                <a:uFillTx/>
                <a:latin typeface="Open Sans"/>
                <a:ea typeface="+mn-ea"/>
                <a:cs typeface="+mn-cs"/>
              </a:rPr>
              <a:t>, and TPRM &amp; oversight)</a:t>
            </a:r>
            <a:endParaRPr kumimoji="0" lang="en-CA" sz="1000" b="0" i="1" u="none" strike="noStrike" kern="1200" cap="none" spc="0" normalizeH="0" baseline="0" noProof="0" dirty="0">
              <a:ln>
                <a:noFill/>
              </a:ln>
              <a:solidFill>
                <a:srgbClr val="9B40EA">
                  <a:lumMod val="60000"/>
                  <a:lumOff val="40000"/>
                </a:srgbClr>
              </a:solidFill>
              <a:effectLst/>
              <a:uLnTx/>
              <a:uFillTx/>
              <a:latin typeface="Open Sans"/>
              <a:ea typeface="+mn-ea"/>
              <a:cs typeface="+mn-cs"/>
            </a:endParaRPr>
          </a:p>
        </p:txBody>
      </p:sp>
      <p:sp>
        <p:nvSpPr>
          <p:cNvPr id="52" name="Rectangle 51">
            <a:extLst>
              <a:ext uri="{FF2B5EF4-FFF2-40B4-BE49-F238E27FC236}">
                <a16:creationId xmlns:a16="http://schemas.microsoft.com/office/drawing/2014/main" id="{5B33C3C0-F3D8-AA18-504C-40CB23F4AF6B}"/>
              </a:ext>
            </a:extLst>
          </p:cNvPr>
          <p:cNvSpPr>
            <a:spLocks/>
          </p:cNvSpPr>
          <p:nvPr>
            <p:custDataLst>
              <p:tags r:id="rId18"/>
            </p:custDataLst>
          </p:nvPr>
        </p:nvSpPr>
        <p:spPr bwMode="gray">
          <a:xfrm>
            <a:off x="7435975" y="3944237"/>
            <a:ext cx="2250440" cy="541868"/>
          </a:xfrm>
          <a:prstGeom prst="rect">
            <a:avLst/>
          </a:prstGeom>
          <a:noFill/>
          <a:ln w="19050" algn="ctr">
            <a:noFill/>
            <a:miter lim="800000"/>
            <a:headEnd/>
            <a:tailEnd/>
          </a:ln>
        </p:spPr>
        <p:txBody>
          <a:bodyPr wrap="square" lIns="91440" tIns="91440" rIns="91440" bIns="91440" rtlCol="0" anchor="t"/>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200" b="1" i="0" u="none" strike="noStrike" kern="1200" cap="none" spc="0" normalizeH="0" baseline="0" noProof="0" dirty="0">
                <a:ln>
                  <a:noFill/>
                </a:ln>
                <a:solidFill>
                  <a:srgbClr val="9B40EA">
                    <a:lumMod val="75000"/>
                  </a:srgbClr>
                </a:solidFill>
                <a:effectLst/>
                <a:uLnTx/>
                <a:uFillTx/>
                <a:latin typeface="Open Sans"/>
                <a:ea typeface="+mn-ea"/>
                <a:cs typeface="+mn-cs"/>
              </a:rPr>
              <a:t>Implementing the identified compliance program changes</a:t>
            </a:r>
          </a:p>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200" b="0" i="1" u="none" strike="noStrike" kern="1200" cap="none" spc="0" normalizeH="0" baseline="0" noProof="0" dirty="0">
                <a:ln>
                  <a:noFill/>
                </a:ln>
                <a:solidFill>
                  <a:srgbClr val="9B40EA">
                    <a:lumMod val="75000"/>
                  </a:srgbClr>
                </a:solidFill>
                <a:effectLst/>
                <a:uLnTx/>
                <a:uFillTx/>
                <a:latin typeface="Open Sans"/>
                <a:ea typeface="+mn-ea"/>
                <a:cs typeface="+mn-cs"/>
              </a:rPr>
              <a:t>(Expanded scope to also cover non-fraud dispute/chargeback readiness ahead of go-live)</a:t>
            </a:r>
            <a:endParaRPr kumimoji="0" lang="en-CA" sz="1000" b="0" i="1" u="none" strike="noStrike" kern="1200" cap="none" spc="0" normalizeH="0" baseline="0" noProof="0" dirty="0">
              <a:ln>
                <a:noFill/>
              </a:ln>
              <a:solidFill>
                <a:srgbClr val="9B40EA">
                  <a:lumMod val="75000"/>
                </a:srgbClr>
              </a:solidFill>
              <a:effectLst/>
              <a:highlight>
                <a:srgbClr val="FFFF00"/>
              </a:highlight>
              <a:uLnTx/>
              <a:uFillTx/>
              <a:latin typeface="Open Sans"/>
              <a:ea typeface="+mn-ea"/>
              <a:cs typeface="+mn-cs"/>
            </a:endParaRPr>
          </a:p>
        </p:txBody>
      </p:sp>
      <p:sp>
        <p:nvSpPr>
          <p:cNvPr id="53" name="Rectangle 52">
            <a:extLst>
              <a:ext uri="{FF2B5EF4-FFF2-40B4-BE49-F238E27FC236}">
                <a16:creationId xmlns:a16="http://schemas.microsoft.com/office/drawing/2014/main" id="{405987F6-CA32-1879-602F-9AE36416EE45}"/>
              </a:ext>
            </a:extLst>
          </p:cNvPr>
          <p:cNvSpPr>
            <a:spLocks/>
          </p:cNvSpPr>
          <p:nvPr>
            <p:custDataLst>
              <p:tags r:id="rId19"/>
            </p:custDataLst>
          </p:nvPr>
        </p:nvSpPr>
        <p:spPr bwMode="gray">
          <a:xfrm>
            <a:off x="7435975" y="5200127"/>
            <a:ext cx="2793185" cy="640246"/>
          </a:xfrm>
          <a:prstGeom prst="rect">
            <a:avLst/>
          </a:prstGeom>
          <a:noFill/>
          <a:ln w="19050" algn="ctr">
            <a:noFill/>
            <a:miter lim="800000"/>
            <a:headEnd/>
            <a:tailEnd/>
          </a:ln>
        </p:spPr>
        <p:txBody>
          <a:bodyPr wrap="square" lIns="91440" tIns="91440" rIns="91440" bIns="91440"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0" normalizeH="0" baseline="0" noProof="0" dirty="0">
                <a:ln>
                  <a:noFill/>
                </a:ln>
                <a:solidFill>
                  <a:prstClr val="white">
                    <a:lumMod val="50000"/>
                  </a:prstClr>
                </a:solidFill>
                <a:effectLst/>
                <a:uLnTx/>
                <a:uFillTx/>
                <a:latin typeface="Open Sans"/>
                <a:ea typeface="+mn-ea"/>
                <a:cs typeface="+mn-cs"/>
              </a:rPr>
              <a:t>Beem to hire new FTEs or retain existing FTEs as needed</a:t>
            </a:r>
            <a:endParaRPr kumimoji="0" lang="en-CA" sz="1000" b="0" i="1" u="none" strike="noStrike" kern="1200" cap="none" spc="0" normalizeH="0" baseline="0" noProof="0" dirty="0">
              <a:ln>
                <a:noFill/>
              </a:ln>
              <a:solidFill>
                <a:prstClr val="white">
                  <a:lumMod val="50000"/>
                </a:prstClr>
              </a:solidFill>
              <a:effectLst/>
              <a:uLnTx/>
              <a:uFillTx/>
              <a:latin typeface="Open Sans"/>
              <a:ea typeface="+mn-ea"/>
              <a:cs typeface="+mn-cs"/>
            </a:endParaRPr>
          </a:p>
        </p:txBody>
      </p:sp>
      <p:sp>
        <p:nvSpPr>
          <p:cNvPr id="27" name="Rectangle: Rounded Corners 55">
            <a:extLst>
              <a:ext uri="{FF2B5EF4-FFF2-40B4-BE49-F238E27FC236}">
                <a16:creationId xmlns:a16="http://schemas.microsoft.com/office/drawing/2014/main" id="{8E147463-D5AD-0929-78F6-D936DD84F942}"/>
              </a:ext>
            </a:extLst>
          </p:cNvPr>
          <p:cNvSpPr>
            <a:spLocks/>
          </p:cNvSpPr>
          <p:nvPr>
            <p:custDataLst>
              <p:tags r:id="rId20"/>
            </p:custDataLst>
          </p:nvPr>
        </p:nvSpPr>
        <p:spPr bwMode="gray">
          <a:xfrm>
            <a:off x="6780666" y="3527646"/>
            <a:ext cx="892138" cy="274320"/>
          </a:xfrm>
          <a:prstGeom prst="roundRect">
            <a:avLst>
              <a:gd name="adj" fmla="val 50000"/>
            </a:avLst>
          </a:prstGeom>
          <a:solidFill>
            <a:schemeClr val="accent1">
              <a:lumMod val="75000"/>
            </a:schemeClr>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1" u="none" strike="noStrike" kern="1200" cap="none" spc="0" normalizeH="0" baseline="0" noProof="0" dirty="0">
                <a:ln>
                  <a:noFill/>
                </a:ln>
                <a:solidFill>
                  <a:prstClr val="white"/>
                </a:solidFill>
                <a:effectLst/>
                <a:uLnTx/>
                <a:uFillTx/>
                <a:latin typeface="Open Sans"/>
                <a:ea typeface="+mn-ea"/>
                <a:cs typeface="+mn-cs"/>
              </a:rPr>
              <a:t>September</a:t>
            </a:r>
          </a:p>
        </p:txBody>
      </p:sp>
      <p:grpSp>
        <p:nvGrpSpPr>
          <p:cNvPr id="68" name="Group 67">
            <a:extLst>
              <a:ext uri="{FF2B5EF4-FFF2-40B4-BE49-F238E27FC236}">
                <a16:creationId xmlns:a16="http://schemas.microsoft.com/office/drawing/2014/main" id="{C66F7486-C4D6-112F-5829-AD4643DDF8DA}"/>
              </a:ext>
            </a:extLst>
          </p:cNvPr>
          <p:cNvGrpSpPr/>
          <p:nvPr/>
        </p:nvGrpSpPr>
        <p:grpSpPr>
          <a:xfrm>
            <a:off x="10043024" y="2227047"/>
            <a:ext cx="324000" cy="324000"/>
            <a:chOff x="905454" y="3339623"/>
            <a:chExt cx="362309" cy="361971"/>
          </a:xfrm>
          <a:solidFill>
            <a:schemeClr val="accent2">
              <a:lumMod val="50000"/>
            </a:schemeClr>
          </a:solidFill>
        </p:grpSpPr>
        <p:grpSp>
          <p:nvGrpSpPr>
            <p:cNvPr id="69" name="Group 68">
              <a:extLst>
                <a:ext uri="{FF2B5EF4-FFF2-40B4-BE49-F238E27FC236}">
                  <a16:creationId xmlns:a16="http://schemas.microsoft.com/office/drawing/2014/main" id="{62C8B29F-E0FF-0F49-F85D-7BF1C2D52777}"/>
                </a:ext>
              </a:extLst>
            </p:cNvPr>
            <p:cNvGrpSpPr/>
            <p:nvPr/>
          </p:nvGrpSpPr>
          <p:grpSpPr>
            <a:xfrm>
              <a:off x="1024958" y="3405378"/>
              <a:ext cx="122369" cy="169175"/>
              <a:chOff x="1024958" y="3405378"/>
              <a:chExt cx="122369" cy="169175"/>
            </a:xfrm>
            <a:grpFill/>
          </p:grpSpPr>
          <p:sp>
            <p:nvSpPr>
              <p:cNvPr id="71" name="Graphic 4">
                <a:extLst>
                  <a:ext uri="{FF2B5EF4-FFF2-40B4-BE49-F238E27FC236}">
                    <a16:creationId xmlns:a16="http://schemas.microsoft.com/office/drawing/2014/main" id="{62B62C86-A4B0-9B27-25DF-A2A4E6D5AB40}"/>
                  </a:ext>
                </a:extLst>
              </p:cNvPr>
              <p:cNvSpPr/>
              <p:nvPr/>
            </p:nvSpPr>
            <p:spPr>
              <a:xfrm>
                <a:off x="1024958" y="3405378"/>
                <a:ext cx="122369" cy="169175"/>
              </a:xfrm>
              <a:custGeom>
                <a:avLst/>
                <a:gdLst>
                  <a:gd name="connsiteX0" fmla="*/ 104143 w 122369"/>
                  <a:gd name="connsiteY0" fmla="*/ 102144 h 169175"/>
                  <a:gd name="connsiteX1" fmla="*/ 101587 w 122369"/>
                  <a:gd name="connsiteY1" fmla="*/ 97037 h 169175"/>
                  <a:gd name="connsiteX2" fmla="*/ 61331 w 122369"/>
                  <a:gd name="connsiteY2" fmla="*/ 0 h 169175"/>
                  <a:gd name="connsiteX3" fmla="*/ 23630 w 122369"/>
                  <a:gd name="connsiteY3" fmla="*/ 98313 h 169175"/>
                  <a:gd name="connsiteX4" fmla="*/ 19796 w 122369"/>
                  <a:gd name="connsiteY4" fmla="*/ 104697 h 169175"/>
                  <a:gd name="connsiteX5" fmla="*/ 1265 w 122369"/>
                  <a:gd name="connsiteY5" fmla="*/ 147470 h 169175"/>
                  <a:gd name="connsiteX6" fmla="*/ 37049 w 122369"/>
                  <a:gd name="connsiteY6" fmla="*/ 147470 h 169175"/>
                  <a:gd name="connsiteX7" fmla="*/ 37049 w 122369"/>
                  <a:gd name="connsiteY7" fmla="*/ 147470 h 169175"/>
                  <a:gd name="connsiteX8" fmla="*/ 42800 w 122369"/>
                  <a:gd name="connsiteY8" fmla="*/ 151939 h 169175"/>
                  <a:gd name="connsiteX9" fmla="*/ 61970 w 122369"/>
                  <a:gd name="connsiteY9" fmla="*/ 169176 h 169175"/>
                  <a:gd name="connsiteX10" fmla="*/ 61970 w 122369"/>
                  <a:gd name="connsiteY10" fmla="*/ 169176 h 169175"/>
                  <a:gd name="connsiteX11" fmla="*/ 79223 w 122369"/>
                  <a:gd name="connsiteY11" fmla="*/ 153216 h 169175"/>
                  <a:gd name="connsiteX12" fmla="*/ 85613 w 122369"/>
                  <a:gd name="connsiteY12" fmla="*/ 148108 h 169175"/>
                  <a:gd name="connsiteX13" fmla="*/ 122035 w 122369"/>
                  <a:gd name="connsiteY13" fmla="*/ 147470 h 169175"/>
                  <a:gd name="connsiteX14" fmla="*/ 104143 w 122369"/>
                  <a:gd name="connsiteY14" fmla="*/ 102144 h 169175"/>
                  <a:gd name="connsiteX15" fmla="*/ 72833 w 122369"/>
                  <a:gd name="connsiteY15" fmla="*/ 128318 h 169175"/>
                  <a:gd name="connsiteX16" fmla="*/ 60692 w 122369"/>
                  <a:gd name="connsiteY16" fmla="*/ 130872 h 169175"/>
                  <a:gd name="connsiteX17" fmla="*/ 35771 w 122369"/>
                  <a:gd name="connsiteY17" fmla="*/ 115550 h 169175"/>
                  <a:gd name="connsiteX18" fmla="*/ 48551 w 122369"/>
                  <a:gd name="connsiteY18" fmla="*/ 79162 h 169175"/>
                  <a:gd name="connsiteX19" fmla="*/ 48551 w 122369"/>
                  <a:gd name="connsiteY19" fmla="*/ 79162 h 169175"/>
                  <a:gd name="connsiteX20" fmla="*/ 84974 w 122369"/>
                  <a:gd name="connsiteY20" fmla="*/ 93206 h 169175"/>
                  <a:gd name="connsiteX21" fmla="*/ 72833 w 122369"/>
                  <a:gd name="connsiteY21" fmla="*/ 128318 h 169175"/>
                  <a:gd name="connsiteX22" fmla="*/ 72833 w 122369"/>
                  <a:gd name="connsiteY22" fmla="*/ 128318 h 169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22369" h="169175">
                    <a:moveTo>
                      <a:pt x="104143" y="102144"/>
                    </a:moveTo>
                    <a:cubicBezTo>
                      <a:pt x="102865" y="100867"/>
                      <a:pt x="101587" y="98952"/>
                      <a:pt x="101587" y="97037"/>
                    </a:cubicBezTo>
                    <a:cubicBezTo>
                      <a:pt x="101587" y="96398"/>
                      <a:pt x="101587" y="35112"/>
                      <a:pt x="61331" y="0"/>
                    </a:cubicBezTo>
                    <a:cubicBezTo>
                      <a:pt x="51107" y="8299"/>
                      <a:pt x="21074" y="37027"/>
                      <a:pt x="23630" y="98313"/>
                    </a:cubicBezTo>
                    <a:cubicBezTo>
                      <a:pt x="23630" y="100867"/>
                      <a:pt x="22352" y="103421"/>
                      <a:pt x="19796" y="104697"/>
                    </a:cubicBezTo>
                    <a:cubicBezTo>
                      <a:pt x="4460" y="112997"/>
                      <a:pt x="-3208" y="130233"/>
                      <a:pt x="1265" y="147470"/>
                    </a:cubicBezTo>
                    <a:lnTo>
                      <a:pt x="37049" y="147470"/>
                    </a:lnTo>
                    <a:lnTo>
                      <a:pt x="37049" y="147470"/>
                    </a:lnTo>
                    <a:cubicBezTo>
                      <a:pt x="39605" y="147470"/>
                      <a:pt x="42161" y="149385"/>
                      <a:pt x="42800" y="151939"/>
                    </a:cubicBezTo>
                    <a:cubicBezTo>
                      <a:pt x="42800" y="151939"/>
                      <a:pt x="48551" y="169176"/>
                      <a:pt x="61970" y="169176"/>
                    </a:cubicBezTo>
                    <a:lnTo>
                      <a:pt x="61970" y="169176"/>
                    </a:lnTo>
                    <a:cubicBezTo>
                      <a:pt x="75389" y="169176"/>
                      <a:pt x="78584" y="153854"/>
                      <a:pt x="79223" y="153216"/>
                    </a:cubicBezTo>
                    <a:cubicBezTo>
                      <a:pt x="79862" y="150024"/>
                      <a:pt x="82418" y="148108"/>
                      <a:pt x="85613" y="148108"/>
                    </a:cubicBezTo>
                    <a:lnTo>
                      <a:pt x="122035" y="147470"/>
                    </a:lnTo>
                    <a:cubicBezTo>
                      <a:pt x="123952" y="129595"/>
                      <a:pt x="117562" y="112997"/>
                      <a:pt x="104143" y="102144"/>
                    </a:cubicBezTo>
                    <a:close/>
                    <a:moveTo>
                      <a:pt x="72833" y="128318"/>
                    </a:moveTo>
                    <a:cubicBezTo>
                      <a:pt x="68999" y="130233"/>
                      <a:pt x="65165" y="130872"/>
                      <a:pt x="60692" y="130872"/>
                    </a:cubicBezTo>
                    <a:cubicBezTo>
                      <a:pt x="50468" y="130872"/>
                      <a:pt x="40883" y="125126"/>
                      <a:pt x="35771" y="115550"/>
                    </a:cubicBezTo>
                    <a:cubicBezTo>
                      <a:pt x="29381" y="102144"/>
                      <a:pt x="34493" y="85546"/>
                      <a:pt x="48551" y="79162"/>
                    </a:cubicBezTo>
                    <a:cubicBezTo>
                      <a:pt x="48551" y="79162"/>
                      <a:pt x="48551" y="79162"/>
                      <a:pt x="48551" y="79162"/>
                    </a:cubicBezTo>
                    <a:cubicBezTo>
                      <a:pt x="62609" y="72778"/>
                      <a:pt x="78584" y="79162"/>
                      <a:pt x="84974" y="93206"/>
                    </a:cubicBezTo>
                    <a:cubicBezTo>
                      <a:pt x="91364" y="105974"/>
                      <a:pt x="86252" y="121934"/>
                      <a:pt x="72833" y="128318"/>
                    </a:cubicBezTo>
                    <a:lnTo>
                      <a:pt x="72833" y="128318"/>
                    </a:lnTo>
                    <a:close/>
                  </a:path>
                </a:pathLst>
              </a:custGeom>
              <a:grpFill/>
              <a:ln w="6390"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72" name="Graphic 4">
                <a:extLst>
                  <a:ext uri="{FF2B5EF4-FFF2-40B4-BE49-F238E27FC236}">
                    <a16:creationId xmlns:a16="http://schemas.microsoft.com/office/drawing/2014/main" id="{7F5F6B7B-B62A-62AB-960C-C3BE2C5E44AF}"/>
                  </a:ext>
                </a:extLst>
              </p:cNvPr>
              <p:cNvSpPr/>
              <p:nvPr/>
            </p:nvSpPr>
            <p:spPr>
              <a:xfrm>
                <a:off x="1070803" y="3494754"/>
                <a:ext cx="29506" cy="28979"/>
              </a:xfrm>
              <a:custGeom>
                <a:avLst/>
                <a:gdLst>
                  <a:gd name="connsiteX0" fmla="*/ 14846 w 29506"/>
                  <a:gd name="connsiteY0" fmla="*/ 0 h 28979"/>
                  <a:gd name="connsiteX1" fmla="*/ 789 w 29506"/>
                  <a:gd name="connsiteY1" fmla="*/ 9576 h 28979"/>
                  <a:gd name="connsiteX2" fmla="*/ 9735 w 29506"/>
                  <a:gd name="connsiteY2" fmla="*/ 28090 h 28979"/>
                  <a:gd name="connsiteX3" fmla="*/ 21236 w 29506"/>
                  <a:gd name="connsiteY3" fmla="*/ 27451 h 28979"/>
                  <a:gd name="connsiteX4" fmla="*/ 28265 w 29506"/>
                  <a:gd name="connsiteY4" fmla="*/ 7661 h 28979"/>
                  <a:gd name="connsiteX5" fmla="*/ 14846 w 29506"/>
                  <a:gd name="connsiteY5" fmla="*/ 0 h 28979"/>
                  <a:gd name="connsiteX6" fmla="*/ 14846 w 29506"/>
                  <a:gd name="connsiteY6" fmla="*/ 0 h 28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506" h="28979">
                    <a:moveTo>
                      <a:pt x="14846" y="0"/>
                    </a:moveTo>
                    <a:cubicBezTo>
                      <a:pt x="8456" y="0"/>
                      <a:pt x="2706" y="3831"/>
                      <a:pt x="789" y="9576"/>
                    </a:cubicBezTo>
                    <a:cubicBezTo>
                      <a:pt x="-1767" y="17237"/>
                      <a:pt x="2067" y="25536"/>
                      <a:pt x="9735" y="28090"/>
                    </a:cubicBezTo>
                    <a:cubicBezTo>
                      <a:pt x="13568" y="29367"/>
                      <a:pt x="17402" y="29367"/>
                      <a:pt x="21236" y="27451"/>
                    </a:cubicBezTo>
                    <a:cubicBezTo>
                      <a:pt x="28265" y="23621"/>
                      <a:pt x="31460" y="15322"/>
                      <a:pt x="28265" y="7661"/>
                    </a:cubicBezTo>
                    <a:cubicBezTo>
                      <a:pt x="25709" y="3192"/>
                      <a:pt x="20597" y="0"/>
                      <a:pt x="14846" y="0"/>
                    </a:cubicBezTo>
                    <a:lnTo>
                      <a:pt x="14846" y="0"/>
                    </a:lnTo>
                    <a:close/>
                  </a:path>
                </a:pathLst>
              </a:custGeom>
              <a:grpFill/>
              <a:ln w="6390"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grpSp>
        <p:sp>
          <p:nvSpPr>
            <p:cNvPr id="70" name="Graphic 4">
              <a:extLst>
                <a:ext uri="{FF2B5EF4-FFF2-40B4-BE49-F238E27FC236}">
                  <a16:creationId xmlns:a16="http://schemas.microsoft.com/office/drawing/2014/main" id="{B7FABA0D-C3A5-FE37-8177-9043FF679112}"/>
                </a:ext>
              </a:extLst>
            </p:cNvPr>
            <p:cNvSpPr/>
            <p:nvPr/>
          </p:nvSpPr>
          <p:spPr>
            <a:xfrm>
              <a:off x="905454" y="3339623"/>
              <a:ext cx="362309" cy="361971"/>
            </a:xfrm>
            <a:custGeom>
              <a:avLst/>
              <a:gdLst>
                <a:gd name="connsiteX0" fmla="*/ 180835 w 362309"/>
                <a:gd name="connsiteY0" fmla="*/ 0 h 361971"/>
                <a:gd name="connsiteX1" fmla="*/ 0 w 362309"/>
                <a:gd name="connsiteY1" fmla="*/ 180667 h 361971"/>
                <a:gd name="connsiteX2" fmla="*/ 180835 w 362309"/>
                <a:gd name="connsiteY2" fmla="*/ 361972 h 361971"/>
                <a:gd name="connsiteX3" fmla="*/ 362309 w 362309"/>
                <a:gd name="connsiteY3" fmla="*/ 180667 h 361971"/>
                <a:gd name="connsiteX4" fmla="*/ 362309 w 362309"/>
                <a:gd name="connsiteY4" fmla="*/ 180667 h 361971"/>
                <a:gd name="connsiteX5" fmla="*/ 180835 w 362309"/>
                <a:gd name="connsiteY5" fmla="*/ 0 h 361971"/>
                <a:gd name="connsiteX6" fmla="*/ 120770 w 362309"/>
                <a:gd name="connsiteY6" fmla="*/ 282810 h 361971"/>
                <a:gd name="connsiteX7" fmla="*/ 114380 w 362309"/>
                <a:gd name="connsiteY7" fmla="*/ 289194 h 361971"/>
                <a:gd name="connsiteX8" fmla="*/ 107990 w 362309"/>
                <a:gd name="connsiteY8" fmla="*/ 282810 h 361971"/>
                <a:gd name="connsiteX9" fmla="*/ 107990 w 362309"/>
                <a:gd name="connsiteY9" fmla="*/ 238761 h 361971"/>
                <a:gd name="connsiteX10" fmla="*/ 114380 w 362309"/>
                <a:gd name="connsiteY10" fmla="*/ 232377 h 361971"/>
                <a:gd name="connsiteX11" fmla="*/ 120770 w 362309"/>
                <a:gd name="connsiteY11" fmla="*/ 238761 h 361971"/>
                <a:gd name="connsiteX12" fmla="*/ 120770 w 362309"/>
                <a:gd name="connsiteY12" fmla="*/ 282810 h 361971"/>
                <a:gd name="connsiteX13" fmla="*/ 153998 w 362309"/>
                <a:gd name="connsiteY13" fmla="*/ 271319 h 361971"/>
                <a:gd name="connsiteX14" fmla="*/ 147608 w 362309"/>
                <a:gd name="connsiteY14" fmla="*/ 277703 h 361971"/>
                <a:gd name="connsiteX15" fmla="*/ 141218 w 362309"/>
                <a:gd name="connsiteY15" fmla="*/ 271319 h 361971"/>
                <a:gd name="connsiteX16" fmla="*/ 141218 w 362309"/>
                <a:gd name="connsiteY16" fmla="*/ 243868 h 361971"/>
                <a:gd name="connsiteX17" fmla="*/ 147608 w 362309"/>
                <a:gd name="connsiteY17" fmla="*/ 237484 h 361971"/>
                <a:gd name="connsiteX18" fmla="*/ 153998 w 362309"/>
                <a:gd name="connsiteY18" fmla="*/ 243868 h 361971"/>
                <a:gd name="connsiteX19" fmla="*/ 153998 w 362309"/>
                <a:gd name="connsiteY19" fmla="*/ 271319 h 361971"/>
                <a:gd name="connsiteX20" fmla="*/ 187225 w 362309"/>
                <a:gd name="connsiteY20" fmla="*/ 304516 h 361971"/>
                <a:gd name="connsiteX21" fmla="*/ 180835 w 362309"/>
                <a:gd name="connsiteY21" fmla="*/ 310900 h 361971"/>
                <a:gd name="connsiteX22" fmla="*/ 174445 w 362309"/>
                <a:gd name="connsiteY22" fmla="*/ 304516 h 361971"/>
                <a:gd name="connsiteX23" fmla="*/ 174445 w 362309"/>
                <a:gd name="connsiteY23" fmla="*/ 259190 h 361971"/>
                <a:gd name="connsiteX24" fmla="*/ 180835 w 362309"/>
                <a:gd name="connsiteY24" fmla="*/ 252806 h 361971"/>
                <a:gd name="connsiteX25" fmla="*/ 187225 w 362309"/>
                <a:gd name="connsiteY25" fmla="*/ 259190 h 361971"/>
                <a:gd name="connsiteX26" fmla="*/ 187225 w 362309"/>
                <a:gd name="connsiteY26" fmla="*/ 304516 h 361971"/>
                <a:gd name="connsiteX27" fmla="*/ 220453 w 362309"/>
                <a:gd name="connsiteY27" fmla="*/ 288556 h 361971"/>
                <a:gd name="connsiteX28" fmla="*/ 214063 w 362309"/>
                <a:gd name="connsiteY28" fmla="*/ 294940 h 361971"/>
                <a:gd name="connsiteX29" fmla="*/ 207673 w 362309"/>
                <a:gd name="connsiteY29" fmla="*/ 288556 h 361971"/>
                <a:gd name="connsiteX30" fmla="*/ 207673 w 362309"/>
                <a:gd name="connsiteY30" fmla="*/ 243230 h 361971"/>
                <a:gd name="connsiteX31" fmla="*/ 214063 w 362309"/>
                <a:gd name="connsiteY31" fmla="*/ 236846 h 361971"/>
                <a:gd name="connsiteX32" fmla="*/ 220453 w 362309"/>
                <a:gd name="connsiteY32" fmla="*/ 243230 h 361971"/>
                <a:gd name="connsiteX33" fmla="*/ 220453 w 362309"/>
                <a:gd name="connsiteY33" fmla="*/ 288556 h 361971"/>
                <a:gd name="connsiteX34" fmla="*/ 253680 w 362309"/>
                <a:gd name="connsiteY34" fmla="*/ 267489 h 361971"/>
                <a:gd name="connsiteX35" fmla="*/ 247291 w 362309"/>
                <a:gd name="connsiteY35" fmla="*/ 273873 h 361971"/>
                <a:gd name="connsiteX36" fmla="*/ 240901 w 362309"/>
                <a:gd name="connsiteY36" fmla="*/ 267489 h 361971"/>
                <a:gd name="connsiteX37" fmla="*/ 240901 w 362309"/>
                <a:gd name="connsiteY37" fmla="*/ 238761 h 361971"/>
                <a:gd name="connsiteX38" fmla="*/ 247291 w 362309"/>
                <a:gd name="connsiteY38" fmla="*/ 232377 h 361971"/>
                <a:gd name="connsiteX39" fmla="*/ 253680 w 362309"/>
                <a:gd name="connsiteY39" fmla="*/ 238761 h 361971"/>
                <a:gd name="connsiteX40" fmla="*/ 253680 w 362309"/>
                <a:gd name="connsiteY40" fmla="*/ 267489 h 361971"/>
                <a:gd name="connsiteX41" fmla="*/ 253680 w 362309"/>
                <a:gd name="connsiteY41" fmla="*/ 220247 h 361971"/>
                <a:gd name="connsiteX42" fmla="*/ 247291 w 362309"/>
                <a:gd name="connsiteY42" fmla="*/ 225355 h 361971"/>
                <a:gd name="connsiteX43" fmla="*/ 210229 w 362309"/>
                <a:gd name="connsiteY43" fmla="*/ 225993 h 361971"/>
                <a:gd name="connsiteX44" fmla="*/ 182752 w 362309"/>
                <a:gd name="connsiteY44" fmla="*/ 247060 h 361971"/>
                <a:gd name="connsiteX45" fmla="*/ 182113 w 362309"/>
                <a:gd name="connsiteY45" fmla="*/ 247060 h 361971"/>
                <a:gd name="connsiteX46" fmla="*/ 152720 w 362309"/>
                <a:gd name="connsiteY46" fmla="*/ 225355 h 361971"/>
                <a:gd name="connsiteX47" fmla="*/ 115658 w 362309"/>
                <a:gd name="connsiteY47" fmla="*/ 225355 h 361971"/>
                <a:gd name="connsiteX48" fmla="*/ 115658 w 362309"/>
                <a:gd name="connsiteY48" fmla="*/ 225355 h 361971"/>
                <a:gd name="connsiteX49" fmla="*/ 109268 w 362309"/>
                <a:gd name="connsiteY49" fmla="*/ 220886 h 361971"/>
                <a:gd name="connsiteX50" fmla="*/ 130355 w 362309"/>
                <a:gd name="connsiteY50" fmla="*/ 160876 h 361971"/>
                <a:gd name="connsiteX51" fmla="*/ 177640 w 362309"/>
                <a:gd name="connsiteY51" fmla="*/ 52349 h 361971"/>
                <a:gd name="connsiteX52" fmla="*/ 184669 w 362309"/>
                <a:gd name="connsiteY52" fmla="*/ 52987 h 361971"/>
                <a:gd name="connsiteX53" fmla="*/ 233872 w 362309"/>
                <a:gd name="connsiteY53" fmla="*/ 160238 h 361971"/>
                <a:gd name="connsiteX54" fmla="*/ 253680 w 362309"/>
                <a:gd name="connsiteY54" fmla="*/ 220247 h 361971"/>
                <a:gd name="connsiteX55" fmla="*/ 253680 w 362309"/>
                <a:gd name="connsiteY55" fmla="*/ 220247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362309" h="361971">
                  <a:moveTo>
                    <a:pt x="180835" y="0"/>
                  </a:moveTo>
                  <a:cubicBezTo>
                    <a:pt x="80513" y="0"/>
                    <a:pt x="0" y="81077"/>
                    <a:pt x="0" y="180667"/>
                  </a:cubicBezTo>
                  <a:cubicBezTo>
                    <a:pt x="0" y="280895"/>
                    <a:pt x="81152" y="361972"/>
                    <a:pt x="180835" y="361972"/>
                  </a:cubicBezTo>
                  <a:cubicBezTo>
                    <a:pt x="280518" y="361972"/>
                    <a:pt x="362309" y="280895"/>
                    <a:pt x="362309" y="180667"/>
                  </a:cubicBezTo>
                  <a:lnTo>
                    <a:pt x="362309" y="180667"/>
                  </a:lnTo>
                  <a:cubicBezTo>
                    <a:pt x="361670" y="81077"/>
                    <a:pt x="281157" y="0"/>
                    <a:pt x="180835" y="0"/>
                  </a:cubicBezTo>
                  <a:close/>
                  <a:moveTo>
                    <a:pt x="120770" y="282810"/>
                  </a:moveTo>
                  <a:cubicBezTo>
                    <a:pt x="120770" y="286641"/>
                    <a:pt x="118214" y="289194"/>
                    <a:pt x="114380" y="289194"/>
                  </a:cubicBezTo>
                  <a:cubicBezTo>
                    <a:pt x="110546" y="289194"/>
                    <a:pt x="107990" y="286641"/>
                    <a:pt x="107990" y="282810"/>
                  </a:cubicBezTo>
                  <a:lnTo>
                    <a:pt x="107990" y="238761"/>
                  </a:lnTo>
                  <a:cubicBezTo>
                    <a:pt x="107990" y="234930"/>
                    <a:pt x="110546" y="232377"/>
                    <a:pt x="114380" y="232377"/>
                  </a:cubicBezTo>
                  <a:cubicBezTo>
                    <a:pt x="118214" y="232377"/>
                    <a:pt x="120770" y="234930"/>
                    <a:pt x="120770" y="238761"/>
                  </a:cubicBezTo>
                  <a:lnTo>
                    <a:pt x="120770" y="282810"/>
                  </a:lnTo>
                  <a:close/>
                  <a:moveTo>
                    <a:pt x="153998" y="271319"/>
                  </a:moveTo>
                  <a:cubicBezTo>
                    <a:pt x="153998" y="275149"/>
                    <a:pt x="151441" y="277703"/>
                    <a:pt x="147608" y="277703"/>
                  </a:cubicBezTo>
                  <a:cubicBezTo>
                    <a:pt x="143774" y="277703"/>
                    <a:pt x="141218" y="275149"/>
                    <a:pt x="141218" y="271319"/>
                  </a:cubicBezTo>
                  <a:lnTo>
                    <a:pt x="141218" y="243868"/>
                  </a:lnTo>
                  <a:cubicBezTo>
                    <a:pt x="141218" y="240038"/>
                    <a:pt x="143774" y="237484"/>
                    <a:pt x="147608" y="237484"/>
                  </a:cubicBezTo>
                  <a:cubicBezTo>
                    <a:pt x="151441" y="237484"/>
                    <a:pt x="153998" y="240038"/>
                    <a:pt x="153998" y="243868"/>
                  </a:cubicBezTo>
                  <a:lnTo>
                    <a:pt x="153998" y="271319"/>
                  </a:lnTo>
                  <a:close/>
                  <a:moveTo>
                    <a:pt x="187225" y="304516"/>
                  </a:moveTo>
                  <a:cubicBezTo>
                    <a:pt x="187225" y="308346"/>
                    <a:pt x="184669" y="310900"/>
                    <a:pt x="180835" y="310900"/>
                  </a:cubicBezTo>
                  <a:cubicBezTo>
                    <a:pt x="177001" y="310900"/>
                    <a:pt x="174445" y="308346"/>
                    <a:pt x="174445" y="304516"/>
                  </a:cubicBezTo>
                  <a:lnTo>
                    <a:pt x="174445" y="259190"/>
                  </a:lnTo>
                  <a:cubicBezTo>
                    <a:pt x="174445" y="255359"/>
                    <a:pt x="177001" y="252806"/>
                    <a:pt x="180835" y="252806"/>
                  </a:cubicBezTo>
                  <a:cubicBezTo>
                    <a:pt x="184669" y="252806"/>
                    <a:pt x="187225" y="255359"/>
                    <a:pt x="187225" y="259190"/>
                  </a:cubicBezTo>
                  <a:lnTo>
                    <a:pt x="187225" y="304516"/>
                  </a:lnTo>
                  <a:close/>
                  <a:moveTo>
                    <a:pt x="220453" y="288556"/>
                  </a:moveTo>
                  <a:cubicBezTo>
                    <a:pt x="220453" y="292386"/>
                    <a:pt x="217897" y="294940"/>
                    <a:pt x="214063" y="294940"/>
                  </a:cubicBezTo>
                  <a:cubicBezTo>
                    <a:pt x="210229" y="294940"/>
                    <a:pt x="207673" y="292386"/>
                    <a:pt x="207673" y="288556"/>
                  </a:cubicBezTo>
                  <a:lnTo>
                    <a:pt x="207673" y="243230"/>
                  </a:lnTo>
                  <a:cubicBezTo>
                    <a:pt x="207673" y="239399"/>
                    <a:pt x="210229" y="236846"/>
                    <a:pt x="214063" y="236846"/>
                  </a:cubicBezTo>
                  <a:cubicBezTo>
                    <a:pt x="217897" y="236846"/>
                    <a:pt x="220453" y="239399"/>
                    <a:pt x="220453" y="243230"/>
                  </a:cubicBezTo>
                  <a:lnTo>
                    <a:pt x="220453" y="288556"/>
                  </a:lnTo>
                  <a:close/>
                  <a:moveTo>
                    <a:pt x="253680" y="267489"/>
                  </a:moveTo>
                  <a:cubicBezTo>
                    <a:pt x="253680" y="271319"/>
                    <a:pt x="251125" y="273873"/>
                    <a:pt x="247291" y="273873"/>
                  </a:cubicBezTo>
                  <a:cubicBezTo>
                    <a:pt x="243457" y="273873"/>
                    <a:pt x="240901" y="271319"/>
                    <a:pt x="240901" y="267489"/>
                  </a:cubicBezTo>
                  <a:lnTo>
                    <a:pt x="240901" y="238761"/>
                  </a:lnTo>
                  <a:cubicBezTo>
                    <a:pt x="240901" y="234930"/>
                    <a:pt x="243457" y="232377"/>
                    <a:pt x="247291" y="232377"/>
                  </a:cubicBezTo>
                  <a:cubicBezTo>
                    <a:pt x="251125" y="232377"/>
                    <a:pt x="253680" y="234930"/>
                    <a:pt x="253680" y="238761"/>
                  </a:cubicBezTo>
                  <a:lnTo>
                    <a:pt x="253680" y="267489"/>
                  </a:lnTo>
                  <a:close/>
                  <a:moveTo>
                    <a:pt x="253680" y="220247"/>
                  </a:moveTo>
                  <a:cubicBezTo>
                    <a:pt x="253042" y="223439"/>
                    <a:pt x="250486" y="225355"/>
                    <a:pt x="247291" y="225355"/>
                  </a:cubicBezTo>
                  <a:lnTo>
                    <a:pt x="210229" y="225993"/>
                  </a:lnTo>
                  <a:cubicBezTo>
                    <a:pt x="206395" y="238122"/>
                    <a:pt x="195532" y="246422"/>
                    <a:pt x="182752" y="247060"/>
                  </a:cubicBezTo>
                  <a:lnTo>
                    <a:pt x="182113" y="247060"/>
                  </a:lnTo>
                  <a:cubicBezTo>
                    <a:pt x="164860" y="247060"/>
                    <a:pt x="155915" y="233015"/>
                    <a:pt x="152720" y="225355"/>
                  </a:cubicBezTo>
                  <a:lnTo>
                    <a:pt x="115658" y="225355"/>
                  </a:lnTo>
                  <a:lnTo>
                    <a:pt x="115658" y="225355"/>
                  </a:lnTo>
                  <a:cubicBezTo>
                    <a:pt x="112463" y="225355"/>
                    <a:pt x="109907" y="223439"/>
                    <a:pt x="109268" y="220886"/>
                  </a:cubicBezTo>
                  <a:cubicBezTo>
                    <a:pt x="100322" y="188327"/>
                    <a:pt x="117575" y="168537"/>
                    <a:pt x="130355" y="160876"/>
                  </a:cubicBezTo>
                  <a:cubicBezTo>
                    <a:pt x="129077" y="83630"/>
                    <a:pt x="175723" y="53626"/>
                    <a:pt x="177640" y="52349"/>
                  </a:cubicBezTo>
                  <a:cubicBezTo>
                    <a:pt x="180196" y="51072"/>
                    <a:pt x="182752" y="51072"/>
                    <a:pt x="184669" y="52987"/>
                  </a:cubicBezTo>
                  <a:cubicBezTo>
                    <a:pt x="228760" y="87461"/>
                    <a:pt x="233233" y="146193"/>
                    <a:pt x="233872" y="160238"/>
                  </a:cubicBezTo>
                  <a:cubicBezTo>
                    <a:pt x="250486" y="174921"/>
                    <a:pt x="258154" y="197903"/>
                    <a:pt x="253680" y="220247"/>
                  </a:cubicBezTo>
                  <a:lnTo>
                    <a:pt x="253680" y="220247"/>
                  </a:lnTo>
                  <a:close/>
                </a:path>
              </a:pathLst>
            </a:custGeom>
            <a:grpFill/>
            <a:ln w="6390"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grpSp>
    </p:spTree>
    <p:extLst>
      <p:ext uri="{BB962C8B-B14F-4D97-AF65-F5344CB8AC3E}">
        <p14:creationId xmlns:p14="http://schemas.microsoft.com/office/powerpoint/2010/main" val="12534395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9902CC-5FCD-BCD1-FC5F-0414131BA406}"/>
            </a:ext>
          </a:extLst>
        </p:cNvPr>
        <p:cNvGrpSpPr/>
        <p:nvPr/>
      </p:nvGrpSpPr>
      <p:grpSpPr>
        <a:xfrm>
          <a:off x="0" y="0"/>
          <a:ext cx="0" cy="0"/>
          <a:chOff x="0" y="0"/>
          <a:chExt cx="0" cy="0"/>
        </a:xfrm>
      </p:grpSpPr>
      <p:sp>
        <p:nvSpPr>
          <p:cNvPr id="67" name="Rectangle 66">
            <a:extLst>
              <a:ext uri="{FF2B5EF4-FFF2-40B4-BE49-F238E27FC236}">
                <a16:creationId xmlns:a16="http://schemas.microsoft.com/office/drawing/2014/main" id="{FB9D5D62-F660-2BBD-A2BC-28C85EFD718A}"/>
              </a:ext>
            </a:extLst>
          </p:cNvPr>
          <p:cNvSpPr/>
          <p:nvPr/>
        </p:nvSpPr>
        <p:spPr>
          <a:xfrm>
            <a:off x="11748408" y="6969579"/>
            <a:ext cx="285750" cy="20955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a:ln>
                  <a:noFill/>
                </a:ln>
                <a:solidFill>
                  <a:srgbClr val="53565A"/>
                </a:solidFill>
                <a:effectLst/>
                <a:uLnTx/>
                <a:uFillTx/>
                <a:latin typeface="Segoe UI"/>
                <a:ea typeface="+mn-ea"/>
                <a:cs typeface="Arial" panose="020B0604020202020204" pitchFamily="34" charset="0"/>
              </a:rPr>
              <a:t>4</a:t>
            </a:r>
            <a:endParaRPr kumimoji="0" lang="en-CA" sz="900" b="0" i="1" u="none" strike="noStrike" kern="1200" cap="none" spc="0" normalizeH="0" baseline="0" noProof="0">
              <a:ln>
                <a:noFill/>
              </a:ln>
              <a:solidFill>
                <a:srgbClr val="53565A"/>
              </a:solidFill>
              <a:effectLst/>
              <a:uLnTx/>
              <a:uFillTx/>
              <a:latin typeface="Segoe UI"/>
              <a:ea typeface="+mn-ea"/>
              <a:cs typeface="Arial" panose="020B0604020202020204" pitchFamily="34" charset="0"/>
            </a:endParaRPr>
          </a:p>
        </p:txBody>
      </p:sp>
      <p:sp>
        <p:nvSpPr>
          <p:cNvPr id="179" name="Text Placeholder 3">
            <a:extLst>
              <a:ext uri="{FF2B5EF4-FFF2-40B4-BE49-F238E27FC236}">
                <a16:creationId xmlns:a16="http://schemas.microsoft.com/office/drawing/2014/main" id="{EA394C06-1981-8B83-A271-56FE45068C30}"/>
              </a:ext>
            </a:extLst>
          </p:cNvPr>
          <p:cNvSpPr txBox="1">
            <a:spLocks/>
          </p:cNvSpPr>
          <p:nvPr>
            <p:custDataLst>
              <p:tags r:id="rId1"/>
            </p:custDataLst>
          </p:nvPr>
        </p:nvSpPr>
        <p:spPr>
          <a:xfrm>
            <a:off x="463547" y="832490"/>
            <a:ext cx="11264900" cy="464060"/>
          </a:xfrm>
          <a:prstGeom prst="rect">
            <a:avLst/>
          </a:prstGeom>
        </p:spPr>
        <p:txBody>
          <a:bodyPr/>
          <a:lstStyle>
            <a:lvl1pPr marL="0" indent="0" algn="l" defTabSz="1219170" rtl="0" eaLnBrk="1" latinLnBrk="0" hangingPunct="1">
              <a:spcBef>
                <a:spcPts val="0"/>
              </a:spcBef>
              <a:spcAft>
                <a:spcPts val="1333"/>
              </a:spcAft>
              <a:buSzPct val="100000"/>
              <a:buFont typeface="Arial" panose="020B0604020202020204" pitchFamily="34" charset="0"/>
              <a:buNone/>
              <a:defRPr sz="1200" b="0" kern="1200">
                <a:solidFill>
                  <a:schemeClr val="tx1"/>
                </a:solidFill>
                <a:latin typeface="+mn-lt"/>
                <a:ea typeface="+mn-ea"/>
                <a:cs typeface="+mn-cs"/>
              </a:defRPr>
            </a:lvl1pPr>
            <a:lvl2pPr marL="0" indent="0" algn="l" defTabSz="1219170" rtl="0" eaLnBrk="1" latinLnBrk="0" hangingPunct="1">
              <a:spcBef>
                <a:spcPts val="0"/>
              </a:spcBef>
              <a:spcAft>
                <a:spcPts val="1333"/>
              </a:spcAft>
              <a:buClrTx/>
              <a:buSzPct val="100000"/>
              <a:buFont typeface="Arial"/>
              <a:buNone/>
              <a:defRPr lang="en-US" sz="1200" b="1" kern="1200" dirty="0" smtClean="0">
                <a:solidFill>
                  <a:schemeClr val="tx1"/>
                </a:solidFill>
                <a:latin typeface="+mn-lt"/>
                <a:ea typeface="+mn-ea"/>
                <a:cs typeface="+mn-cs"/>
              </a:defRPr>
            </a:lvl2pPr>
            <a:lvl3pPr marL="169863" indent="-169863" algn="l" defTabSz="1219170" rtl="0" eaLnBrk="1" latinLnBrk="0" hangingPunct="1">
              <a:spcBef>
                <a:spcPts val="0"/>
              </a:spcBef>
              <a:spcAft>
                <a:spcPts val="600"/>
              </a:spcAft>
              <a:buClrTx/>
              <a:buSzPct val="120000"/>
              <a:buFont typeface="Arial" panose="020B0604020202020204" pitchFamily="34" charset="0"/>
              <a:buChar char="•"/>
              <a:defRPr lang="en-US" sz="1200" kern="1200" dirty="0" smtClean="0">
                <a:solidFill>
                  <a:schemeClr val="tx1"/>
                </a:solidFill>
                <a:latin typeface="+mn-lt"/>
                <a:ea typeface="+mn-ea"/>
                <a:cs typeface="+mn-cs"/>
              </a:defRPr>
            </a:lvl3pPr>
            <a:lvl4pPr marL="284163" indent="-114300" algn="l" defTabSz="1219170" rtl="0" eaLnBrk="1" latinLnBrk="0" hangingPunct="1">
              <a:spcBef>
                <a:spcPts val="0"/>
              </a:spcBef>
              <a:spcAft>
                <a:spcPts val="600"/>
              </a:spcAft>
              <a:buClrTx/>
              <a:buSzPct val="100000"/>
              <a:buFont typeface="Arial" panose="020B0604020202020204" pitchFamily="34" charset="0"/>
              <a:buChar char="•"/>
              <a:defRPr lang="en-US" sz="1200" kern="1200" baseline="0" dirty="0" smtClean="0">
                <a:solidFill>
                  <a:schemeClr val="tx1"/>
                </a:solidFill>
                <a:latin typeface="+mn-lt"/>
                <a:ea typeface="+mn-ea"/>
                <a:cs typeface="+mn-cs"/>
              </a:defRPr>
            </a:lvl4pPr>
            <a:lvl5pPr marL="400050" indent="-115888" algn="l" defTabSz="1064657" rtl="0" eaLnBrk="1" latinLnBrk="0" hangingPunct="1">
              <a:spcBef>
                <a:spcPts val="0"/>
              </a:spcBef>
              <a:spcAft>
                <a:spcPts val="600"/>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marL="0" marR="0" lvl="0" indent="0" algn="l" defTabSz="1219170" rtl="0" eaLnBrk="1" fontAlgn="auto" latinLnBrk="0" hangingPunct="1">
              <a:lnSpc>
                <a:spcPct val="100000"/>
              </a:lnSpc>
              <a:spcBef>
                <a:spcPts val="0"/>
              </a:spcBef>
              <a:spcAft>
                <a:spcPts val="1333"/>
              </a:spcAft>
              <a:buClrTx/>
              <a:buSzPct val="100000"/>
              <a:buFont typeface="Arial" panose="020B0604020202020204" pitchFamily="34" charset="0"/>
              <a:buNone/>
              <a:tabLst/>
              <a:defRPr/>
            </a:pPr>
            <a:r>
              <a:rPr kumimoji="0" lang="en-US" sz="1100" b="0" i="0" u="none" strike="noStrike" kern="1200" cap="none" spc="0" normalizeH="0" baseline="0" noProof="0" dirty="0">
                <a:ln>
                  <a:noFill/>
                </a:ln>
                <a:solidFill>
                  <a:srgbClr val="6B7280"/>
                </a:solidFill>
                <a:effectLst/>
                <a:uLnTx/>
                <a:uFillTx/>
                <a:latin typeface="Segoe UI"/>
                <a:ea typeface="Open Sans" panose="020B0606030504020204" pitchFamily="34" charset="0"/>
                <a:cs typeface="Open Sans" panose="020B0606030504020204" pitchFamily="34" charset="0"/>
              </a:rPr>
              <a:t>Align on project scope, stakeholder responsibilities, and key mobilization activities to support a successful project launch.</a:t>
            </a:r>
          </a:p>
          <a:p>
            <a:pPr marL="0" marR="0" lvl="0" indent="0" algn="l" defTabSz="1219170" rtl="0" eaLnBrk="1" fontAlgn="auto" latinLnBrk="0" hangingPunct="1">
              <a:lnSpc>
                <a:spcPct val="100000"/>
              </a:lnSpc>
              <a:spcBef>
                <a:spcPts val="0"/>
              </a:spcBef>
              <a:spcAft>
                <a:spcPts val="1333"/>
              </a:spcAft>
              <a:buClrTx/>
              <a:buSzPct val="100000"/>
              <a:buFont typeface="Arial" panose="020B0604020202020204" pitchFamily="34" charset="0"/>
              <a:buNone/>
              <a:tabLst/>
              <a:defRPr/>
            </a:pPr>
            <a:endParaRPr kumimoji="0" lang="en-US" sz="1100" b="0" i="0" u="none" strike="noStrike" kern="1200" cap="none" spc="0" normalizeH="0" baseline="0" noProof="0" dirty="0">
              <a:ln>
                <a:noFill/>
              </a:ln>
              <a:solidFill>
                <a:srgbClr val="6B7280"/>
              </a:solidFill>
              <a:effectLst/>
              <a:uLnTx/>
              <a:uFillTx/>
              <a:latin typeface="Segoe UI"/>
              <a:ea typeface="Open Sans" panose="020B0606030504020204" pitchFamily="34" charset="0"/>
              <a:cs typeface="Open Sans" panose="020B0606030504020204" pitchFamily="34" charset="0"/>
            </a:endParaRPr>
          </a:p>
        </p:txBody>
      </p:sp>
      <p:sp>
        <p:nvSpPr>
          <p:cNvPr id="181" name="Title 3">
            <a:extLst>
              <a:ext uri="{FF2B5EF4-FFF2-40B4-BE49-F238E27FC236}">
                <a16:creationId xmlns:a16="http://schemas.microsoft.com/office/drawing/2014/main" id="{FE2EA1E2-C5EC-0348-3671-34B004EDEE0A}"/>
              </a:ext>
            </a:extLst>
          </p:cNvPr>
          <p:cNvSpPr txBox="1">
            <a:spLocks/>
          </p:cNvSpPr>
          <p:nvPr>
            <p:custDataLst>
              <p:tags r:id="rId2"/>
            </p:custDataLst>
          </p:nvPr>
        </p:nvSpPr>
        <p:spPr>
          <a:xfrm>
            <a:off x="457200" y="430082"/>
            <a:ext cx="11281285" cy="340136"/>
          </a:xfrm>
        </p:spPr>
        <p:txBody>
          <a:bodyPr/>
          <a:lstStyle>
            <a:lvl1pPr algn="l" defTabSz="1219170" rtl="0" eaLnBrk="1" latinLnBrk="0" hangingPunct="1">
              <a:spcBef>
                <a:spcPct val="0"/>
              </a:spcBef>
              <a:buNone/>
              <a:defRPr sz="2200" kern="1200">
                <a:solidFill>
                  <a:schemeClr val="tx1"/>
                </a:solidFill>
                <a:latin typeface="Calibri" panose="020F0502020204030204" pitchFamily="34" charset="0"/>
                <a:ea typeface="+mj-ea"/>
                <a:cs typeface="Calibri" panose="020F0502020204030204" pitchFamily="34" charset="0"/>
              </a:defRPr>
            </a:lvl1pPr>
          </a:lstStyle>
          <a:p>
            <a:pPr marL="0" marR="0" lvl="0" indent="0" algn="l" defTabSz="121917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rgbClr val="53565A"/>
                </a:solidFill>
                <a:effectLst/>
                <a:uLnTx/>
                <a:uFillTx/>
                <a:latin typeface="Open Sans" panose="020B0606030504020204" pitchFamily="34" charset="0"/>
                <a:ea typeface="Open Sans" panose="020B0606030504020204" pitchFamily="34" charset="0"/>
                <a:cs typeface="Open Sans" panose="020B0606030504020204" pitchFamily="34" charset="0"/>
              </a:rPr>
              <a:t>Today's Discussion Objectives</a:t>
            </a:r>
          </a:p>
        </p:txBody>
      </p:sp>
      <p:sp>
        <p:nvSpPr>
          <p:cNvPr id="55" name="Rectangle: Rounded Corners 54">
            <a:extLst>
              <a:ext uri="{FF2B5EF4-FFF2-40B4-BE49-F238E27FC236}">
                <a16:creationId xmlns:a16="http://schemas.microsoft.com/office/drawing/2014/main" id="{39DA746F-6A7B-B5F7-7166-9E74FABE4F2F}"/>
              </a:ext>
            </a:extLst>
          </p:cNvPr>
          <p:cNvSpPr/>
          <p:nvPr/>
        </p:nvSpPr>
        <p:spPr bwMode="gray">
          <a:xfrm>
            <a:off x="919423" y="4620624"/>
            <a:ext cx="7670801" cy="633813"/>
          </a:xfrm>
          <a:prstGeom prst="roundRect">
            <a:avLst>
              <a:gd name="adj" fmla="val 50000"/>
            </a:avLst>
          </a:prstGeom>
          <a:solidFill>
            <a:schemeClr val="accent1"/>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CA" sz="1600" b="1" i="0" u="none" strike="noStrike" kern="1200" cap="none" spc="0" normalizeH="0" baseline="0" noProof="0">
              <a:ln>
                <a:noFill/>
              </a:ln>
              <a:solidFill>
                <a:prstClr val="white"/>
              </a:solidFill>
              <a:effectLst/>
              <a:uLnTx/>
              <a:uFillTx/>
              <a:latin typeface="Segoe UI"/>
              <a:ea typeface="+mn-ea"/>
              <a:cs typeface="+mn-cs"/>
            </a:endParaRPr>
          </a:p>
        </p:txBody>
      </p:sp>
      <p:sp>
        <p:nvSpPr>
          <p:cNvPr id="58" name="Rectangle: Rounded Corners 57">
            <a:extLst>
              <a:ext uri="{FF2B5EF4-FFF2-40B4-BE49-F238E27FC236}">
                <a16:creationId xmlns:a16="http://schemas.microsoft.com/office/drawing/2014/main" id="{834E62B2-5679-F18C-FFAF-497AF6F66A79}"/>
              </a:ext>
            </a:extLst>
          </p:cNvPr>
          <p:cNvSpPr/>
          <p:nvPr/>
        </p:nvSpPr>
        <p:spPr bwMode="gray">
          <a:xfrm>
            <a:off x="919423" y="5446623"/>
            <a:ext cx="7670801" cy="633813"/>
          </a:xfrm>
          <a:prstGeom prst="roundRect">
            <a:avLst>
              <a:gd name="adj" fmla="val 50000"/>
            </a:avLst>
          </a:prstGeom>
          <a:solidFill>
            <a:schemeClr val="accent1"/>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CA" sz="1600" b="1" i="0" u="none" strike="noStrike" kern="1200" cap="none" spc="0" normalizeH="0" baseline="0" noProof="0">
              <a:ln>
                <a:noFill/>
              </a:ln>
              <a:solidFill>
                <a:prstClr val="white"/>
              </a:solidFill>
              <a:effectLst/>
              <a:uLnTx/>
              <a:uFillTx/>
              <a:latin typeface="Segoe UI"/>
              <a:ea typeface="+mn-ea"/>
              <a:cs typeface="+mn-cs"/>
            </a:endParaRPr>
          </a:p>
        </p:txBody>
      </p:sp>
      <p:sp>
        <p:nvSpPr>
          <p:cNvPr id="62" name="Rectangle: Rounded Corners 61">
            <a:extLst>
              <a:ext uri="{FF2B5EF4-FFF2-40B4-BE49-F238E27FC236}">
                <a16:creationId xmlns:a16="http://schemas.microsoft.com/office/drawing/2014/main" id="{55A9055B-532D-0C2A-665E-48A9FBC4D617}"/>
              </a:ext>
            </a:extLst>
          </p:cNvPr>
          <p:cNvSpPr/>
          <p:nvPr/>
        </p:nvSpPr>
        <p:spPr bwMode="gray">
          <a:xfrm>
            <a:off x="919423" y="1316632"/>
            <a:ext cx="7670801" cy="633813"/>
          </a:xfrm>
          <a:prstGeom prst="roundRect">
            <a:avLst>
              <a:gd name="adj" fmla="val 50000"/>
            </a:avLst>
          </a:prstGeom>
          <a:solidFill>
            <a:schemeClr val="accent1"/>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CA" sz="1600" b="1" i="0" u="none" strike="noStrike" kern="1200" cap="none" spc="0" normalizeH="0" baseline="0" noProof="0">
              <a:ln>
                <a:noFill/>
              </a:ln>
              <a:solidFill>
                <a:prstClr val="white"/>
              </a:solidFill>
              <a:effectLst/>
              <a:uLnTx/>
              <a:uFillTx/>
              <a:latin typeface="Segoe UI"/>
              <a:ea typeface="+mn-ea"/>
              <a:cs typeface="+mn-cs"/>
            </a:endParaRPr>
          </a:p>
        </p:txBody>
      </p:sp>
      <p:sp>
        <p:nvSpPr>
          <p:cNvPr id="66" name="Oval 65">
            <a:extLst>
              <a:ext uri="{FF2B5EF4-FFF2-40B4-BE49-F238E27FC236}">
                <a16:creationId xmlns:a16="http://schemas.microsoft.com/office/drawing/2014/main" id="{A728723A-3050-FEDA-F256-7DCF19975B9B}"/>
              </a:ext>
            </a:extLst>
          </p:cNvPr>
          <p:cNvSpPr/>
          <p:nvPr/>
        </p:nvSpPr>
        <p:spPr>
          <a:xfrm>
            <a:off x="1060102" y="1449032"/>
            <a:ext cx="369012" cy="369012"/>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3623"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9B40EA"/>
                </a:solidFill>
                <a:effectLst/>
                <a:uLnTx/>
                <a:uFillTx/>
                <a:latin typeface="Segoe UI"/>
                <a:ea typeface="+mn-ea"/>
                <a:cs typeface="Arial" panose="020B0604020202020204" pitchFamily="34" charset="0"/>
              </a:rPr>
              <a:t>1</a:t>
            </a:r>
          </a:p>
        </p:txBody>
      </p:sp>
      <p:sp>
        <p:nvSpPr>
          <p:cNvPr id="69" name="TextBox 68">
            <a:extLst>
              <a:ext uri="{FF2B5EF4-FFF2-40B4-BE49-F238E27FC236}">
                <a16:creationId xmlns:a16="http://schemas.microsoft.com/office/drawing/2014/main" id="{6010F754-BF1C-FA74-554A-A0039D017098}"/>
              </a:ext>
            </a:extLst>
          </p:cNvPr>
          <p:cNvSpPr txBox="1"/>
          <p:nvPr/>
        </p:nvSpPr>
        <p:spPr>
          <a:xfrm>
            <a:off x="1606202" y="1464261"/>
            <a:ext cx="4829464" cy="338554"/>
          </a:xfrm>
          <a:prstGeom prst="rect">
            <a:avLst/>
          </a:prstGeom>
          <a:noFill/>
        </p:spPr>
        <p:txBody>
          <a:bodyPr wrap="none" rtlCol="0">
            <a:spAutoFit/>
          </a:bodyPr>
          <a:lstStyle/>
          <a:p>
            <a:pPr marL="0" marR="0" lvl="0" indent="0" algn="l" defTabSz="913623"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Segoe UI"/>
                <a:ea typeface="+mn-ea"/>
                <a:cs typeface="Arial" panose="020B0604020202020204" pitchFamily="34" charset="0"/>
              </a:rPr>
              <a:t>Walkthrough the engagement </a:t>
            </a:r>
            <a:r>
              <a:rPr kumimoji="0" lang="en-US" sz="1600" b="1" i="0" u="none" strike="noStrike" kern="1200" cap="none" spc="0" normalizeH="0" baseline="0" noProof="0">
                <a:ln>
                  <a:noFill/>
                </a:ln>
                <a:solidFill>
                  <a:prstClr val="white"/>
                </a:solidFill>
                <a:effectLst/>
                <a:uLnTx/>
                <a:uFillTx/>
                <a:latin typeface="Segoe UI"/>
                <a:ea typeface="+mn-ea"/>
                <a:cs typeface="Arial" panose="020B0604020202020204" pitchFamily="34" charset="0"/>
              </a:rPr>
              <a:t>scope</a:t>
            </a:r>
            <a:r>
              <a:rPr kumimoji="0" lang="en-US" sz="1600" b="0" i="0" u="none" strike="noStrike" kern="1200" cap="none" spc="0" normalizeH="0" baseline="0" noProof="0">
                <a:ln>
                  <a:noFill/>
                </a:ln>
                <a:solidFill>
                  <a:prstClr val="white"/>
                </a:solidFill>
                <a:effectLst/>
                <a:uLnTx/>
                <a:uFillTx/>
                <a:latin typeface="Segoe UI"/>
                <a:ea typeface="+mn-ea"/>
                <a:cs typeface="Arial" panose="020B0604020202020204" pitchFamily="34" charset="0"/>
              </a:rPr>
              <a:t> and </a:t>
            </a:r>
            <a:r>
              <a:rPr kumimoji="0" lang="en-US" sz="1600" b="1" i="0" u="none" strike="noStrike" kern="1200" cap="none" spc="0" normalizeH="0" baseline="0" noProof="0">
                <a:ln>
                  <a:noFill/>
                </a:ln>
                <a:solidFill>
                  <a:prstClr val="white"/>
                </a:solidFill>
                <a:effectLst/>
                <a:uLnTx/>
                <a:uFillTx/>
                <a:latin typeface="Segoe UI"/>
                <a:ea typeface="+mn-ea"/>
                <a:cs typeface="Arial" panose="020B0604020202020204" pitchFamily="34" charset="0"/>
              </a:rPr>
              <a:t>timelines</a:t>
            </a:r>
          </a:p>
        </p:txBody>
      </p:sp>
      <p:sp>
        <p:nvSpPr>
          <p:cNvPr id="72" name="Rectangle: Rounded Corners 71">
            <a:extLst>
              <a:ext uri="{FF2B5EF4-FFF2-40B4-BE49-F238E27FC236}">
                <a16:creationId xmlns:a16="http://schemas.microsoft.com/office/drawing/2014/main" id="{66154FD3-DC38-3EE5-08A4-2B45A2C03AA9}"/>
              </a:ext>
            </a:extLst>
          </p:cNvPr>
          <p:cNvSpPr/>
          <p:nvPr/>
        </p:nvSpPr>
        <p:spPr bwMode="gray">
          <a:xfrm>
            <a:off x="919423" y="2142630"/>
            <a:ext cx="7670801" cy="633813"/>
          </a:xfrm>
          <a:prstGeom prst="roundRect">
            <a:avLst>
              <a:gd name="adj" fmla="val 50000"/>
            </a:avLst>
          </a:prstGeom>
          <a:solidFill>
            <a:schemeClr val="accent1"/>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CA" sz="1600" b="1" i="0" u="none" strike="noStrike" kern="1200" cap="none" spc="0" normalizeH="0" baseline="0" noProof="0">
              <a:ln>
                <a:noFill/>
              </a:ln>
              <a:solidFill>
                <a:prstClr val="white"/>
              </a:solidFill>
              <a:effectLst/>
              <a:uLnTx/>
              <a:uFillTx/>
              <a:latin typeface="Segoe UI"/>
              <a:ea typeface="+mn-ea"/>
              <a:cs typeface="+mn-cs"/>
            </a:endParaRPr>
          </a:p>
        </p:txBody>
      </p:sp>
      <p:sp>
        <p:nvSpPr>
          <p:cNvPr id="74" name="Oval 73">
            <a:extLst>
              <a:ext uri="{FF2B5EF4-FFF2-40B4-BE49-F238E27FC236}">
                <a16:creationId xmlns:a16="http://schemas.microsoft.com/office/drawing/2014/main" id="{B01EBA04-ADD0-5C7A-E9A9-C0CB061BD45A}"/>
              </a:ext>
            </a:extLst>
          </p:cNvPr>
          <p:cNvSpPr/>
          <p:nvPr/>
        </p:nvSpPr>
        <p:spPr>
          <a:xfrm>
            <a:off x="1060102" y="2275030"/>
            <a:ext cx="369012" cy="369012"/>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3623"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9B40EA"/>
                </a:solidFill>
                <a:effectLst/>
                <a:uLnTx/>
                <a:uFillTx/>
                <a:latin typeface="Segoe UI"/>
                <a:ea typeface="+mn-ea"/>
                <a:cs typeface="Arial" panose="020B0604020202020204" pitchFamily="34" charset="0"/>
              </a:rPr>
              <a:t>2</a:t>
            </a:r>
          </a:p>
        </p:txBody>
      </p:sp>
      <p:sp>
        <p:nvSpPr>
          <p:cNvPr id="82" name="TextBox 81">
            <a:extLst>
              <a:ext uri="{FF2B5EF4-FFF2-40B4-BE49-F238E27FC236}">
                <a16:creationId xmlns:a16="http://schemas.microsoft.com/office/drawing/2014/main" id="{FB51A70A-80D5-0237-FD48-EA7CAA67F42A}"/>
              </a:ext>
            </a:extLst>
          </p:cNvPr>
          <p:cNvSpPr txBox="1"/>
          <p:nvPr/>
        </p:nvSpPr>
        <p:spPr>
          <a:xfrm>
            <a:off x="1606202" y="2290259"/>
            <a:ext cx="7446247" cy="338554"/>
          </a:xfrm>
          <a:prstGeom prst="rect">
            <a:avLst/>
          </a:prstGeom>
          <a:noFill/>
        </p:spPr>
        <p:txBody>
          <a:bodyPr wrap="square" rtlCol="0">
            <a:spAutoFit/>
          </a:bodyPr>
          <a:lstStyle/>
          <a:p>
            <a:pPr marL="0" marR="0" lvl="0" indent="0" algn="l" defTabSz="913623"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Segoe UI"/>
                <a:ea typeface="+mn-ea"/>
                <a:cs typeface="Arial" panose="020B0604020202020204" pitchFamily="34" charset="0"/>
              </a:rPr>
              <a:t>Review </a:t>
            </a:r>
            <a:r>
              <a:rPr kumimoji="0" lang="en-US" sz="1600" b="1" i="0" u="none" strike="noStrike" kern="1200" cap="none" spc="0" normalizeH="0" baseline="0" noProof="0" dirty="0">
                <a:ln>
                  <a:noFill/>
                </a:ln>
                <a:solidFill>
                  <a:prstClr val="white"/>
                </a:solidFill>
                <a:effectLst/>
                <a:uLnTx/>
                <a:uFillTx/>
                <a:latin typeface="Segoe UI"/>
                <a:ea typeface="+mn-ea"/>
                <a:cs typeface="Arial" panose="020B0604020202020204" pitchFamily="34" charset="0"/>
              </a:rPr>
              <a:t>required documentation </a:t>
            </a:r>
            <a:r>
              <a:rPr kumimoji="0" lang="en-US" sz="1600" b="0" i="0" u="none" strike="noStrike" kern="1200" cap="none" spc="0" normalizeH="0" baseline="0" noProof="0" dirty="0">
                <a:ln>
                  <a:noFill/>
                </a:ln>
                <a:solidFill>
                  <a:prstClr val="white"/>
                </a:solidFill>
                <a:effectLst/>
                <a:uLnTx/>
                <a:uFillTx/>
                <a:latin typeface="Segoe UI"/>
                <a:ea typeface="+mn-ea"/>
                <a:cs typeface="Arial" panose="020B0604020202020204" pitchFamily="34" charset="0"/>
              </a:rPr>
              <a:t>and key artifacts</a:t>
            </a:r>
          </a:p>
        </p:txBody>
      </p:sp>
      <p:sp>
        <p:nvSpPr>
          <p:cNvPr id="84" name="Rectangle: Rounded Corners 83">
            <a:extLst>
              <a:ext uri="{FF2B5EF4-FFF2-40B4-BE49-F238E27FC236}">
                <a16:creationId xmlns:a16="http://schemas.microsoft.com/office/drawing/2014/main" id="{B3DDA69A-2183-2DFF-9BF3-986AEEB704EA}"/>
              </a:ext>
            </a:extLst>
          </p:cNvPr>
          <p:cNvSpPr/>
          <p:nvPr/>
        </p:nvSpPr>
        <p:spPr bwMode="gray">
          <a:xfrm>
            <a:off x="919423" y="3794626"/>
            <a:ext cx="7670801" cy="633813"/>
          </a:xfrm>
          <a:prstGeom prst="roundRect">
            <a:avLst>
              <a:gd name="adj" fmla="val 50000"/>
            </a:avLst>
          </a:prstGeom>
          <a:solidFill>
            <a:schemeClr val="accent1"/>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CA" sz="1600" b="1" i="0" u="none" strike="noStrike" kern="1200" cap="none" spc="0" normalizeH="0" baseline="0" noProof="0">
              <a:ln>
                <a:noFill/>
              </a:ln>
              <a:solidFill>
                <a:prstClr val="white"/>
              </a:solidFill>
              <a:effectLst/>
              <a:uLnTx/>
              <a:uFillTx/>
              <a:latin typeface="Segoe UI"/>
              <a:ea typeface="+mn-ea"/>
              <a:cs typeface="+mn-cs"/>
            </a:endParaRPr>
          </a:p>
        </p:txBody>
      </p:sp>
      <p:sp>
        <p:nvSpPr>
          <p:cNvPr id="86" name="Oval 85">
            <a:extLst>
              <a:ext uri="{FF2B5EF4-FFF2-40B4-BE49-F238E27FC236}">
                <a16:creationId xmlns:a16="http://schemas.microsoft.com/office/drawing/2014/main" id="{EFA2FCE8-92A1-AB79-B287-619912C5AB7A}"/>
              </a:ext>
            </a:extLst>
          </p:cNvPr>
          <p:cNvSpPr/>
          <p:nvPr/>
        </p:nvSpPr>
        <p:spPr>
          <a:xfrm>
            <a:off x="1060102" y="3927026"/>
            <a:ext cx="369012" cy="369012"/>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3623"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9B40EA"/>
                </a:solidFill>
                <a:effectLst/>
                <a:uLnTx/>
                <a:uFillTx/>
                <a:latin typeface="Segoe UI"/>
                <a:ea typeface="+mn-ea"/>
                <a:cs typeface="Arial" panose="020B0604020202020204" pitchFamily="34" charset="0"/>
              </a:rPr>
              <a:t>4</a:t>
            </a:r>
          </a:p>
        </p:txBody>
      </p:sp>
      <p:sp>
        <p:nvSpPr>
          <p:cNvPr id="88" name="TextBox 87">
            <a:extLst>
              <a:ext uri="{FF2B5EF4-FFF2-40B4-BE49-F238E27FC236}">
                <a16:creationId xmlns:a16="http://schemas.microsoft.com/office/drawing/2014/main" id="{841BE148-4614-300D-6C86-C3E92A937033}"/>
              </a:ext>
            </a:extLst>
          </p:cNvPr>
          <p:cNvSpPr txBox="1"/>
          <p:nvPr/>
        </p:nvSpPr>
        <p:spPr>
          <a:xfrm>
            <a:off x="1606202" y="3942255"/>
            <a:ext cx="7446247" cy="338554"/>
          </a:xfrm>
          <a:prstGeom prst="rect">
            <a:avLst/>
          </a:prstGeom>
          <a:noFill/>
        </p:spPr>
        <p:txBody>
          <a:bodyPr wrap="square" rtlCol="0">
            <a:spAutoFit/>
          </a:bodyPr>
          <a:lstStyle/>
          <a:p>
            <a:pPr marL="0" marR="0" lvl="0" indent="0" algn="l" defTabSz="913623"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Segoe UI"/>
                <a:ea typeface="+mn-ea"/>
                <a:cs typeface="Arial" panose="020B0604020202020204" pitchFamily="34" charset="0"/>
              </a:rPr>
              <a:t>Schedule </a:t>
            </a:r>
            <a:r>
              <a:rPr kumimoji="0" lang="en-US" sz="1600" b="1" i="0" u="none" strike="noStrike" kern="1200" cap="none" spc="0" normalizeH="0" baseline="0" noProof="0" dirty="0">
                <a:ln>
                  <a:noFill/>
                </a:ln>
                <a:solidFill>
                  <a:prstClr val="white"/>
                </a:solidFill>
                <a:effectLst/>
                <a:uLnTx/>
                <a:uFillTx/>
                <a:latin typeface="Segoe UI"/>
                <a:ea typeface="+mn-ea"/>
                <a:cs typeface="Arial" panose="020B0604020202020204" pitchFamily="34" charset="0"/>
              </a:rPr>
              <a:t>recurring project touchpoints</a:t>
            </a:r>
            <a:r>
              <a:rPr kumimoji="0" lang="en-US" sz="1600" b="0" i="0" u="none" strike="noStrike" kern="1200" cap="none" spc="0" normalizeH="0" baseline="0" noProof="0" dirty="0">
                <a:ln>
                  <a:noFill/>
                </a:ln>
                <a:solidFill>
                  <a:prstClr val="white"/>
                </a:solidFill>
                <a:effectLst/>
                <a:uLnTx/>
                <a:uFillTx/>
                <a:latin typeface="Segoe UI"/>
                <a:ea typeface="+mn-ea"/>
                <a:cs typeface="Arial" panose="020B0604020202020204" pitchFamily="34" charset="0"/>
              </a:rPr>
              <a:t> and meeting cadence</a:t>
            </a:r>
          </a:p>
        </p:txBody>
      </p:sp>
      <p:sp>
        <p:nvSpPr>
          <p:cNvPr id="90" name="Oval 89">
            <a:extLst>
              <a:ext uri="{FF2B5EF4-FFF2-40B4-BE49-F238E27FC236}">
                <a16:creationId xmlns:a16="http://schemas.microsoft.com/office/drawing/2014/main" id="{618A7825-265F-3F34-25F2-F44AADB46CC2}"/>
              </a:ext>
            </a:extLst>
          </p:cNvPr>
          <p:cNvSpPr/>
          <p:nvPr/>
        </p:nvSpPr>
        <p:spPr>
          <a:xfrm>
            <a:off x="1060102" y="4753024"/>
            <a:ext cx="369012" cy="369012"/>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3623"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9B40EA"/>
                </a:solidFill>
                <a:effectLst/>
                <a:uLnTx/>
                <a:uFillTx/>
                <a:latin typeface="Segoe UI"/>
                <a:ea typeface="+mn-ea"/>
                <a:cs typeface="Arial" panose="020B0604020202020204" pitchFamily="34" charset="0"/>
              </a:rPr>
              <a:t>5</a:t>
            </a:r>
          </a:p>
        </p:txBody>
      </p:sp>
      <p:sp>
        <p:nvSpPr>
          <p:cNvPr id="92" name="TextBox 91">
            <a:extLst>
              <a:ext uri="{FF2B5EF4-FFF2-40B4-BE49-F238E27FC236}">
                <a16:creationId xmlns:a16="http://schemas.microsoft.com/office/drawing/2014/main" id="{EB28583A-0B9D-2E71-9B75-0B72AE616CE3}"/>
              </a:ext>
            </a:extLst>
          </p:cNvPr>
          <p:cNvSpPr txBox="1"/>
          <p:nvPr/>
        </p:nvSpPr>
        <p:spPr>
          <a:xfrm>
            <a:off x="1606202" y="4768253"/>
            <a:ext cx="7446247" cy="338554"/>
          </a:xfrm>
          <a:prstGeom prst="rect">
            <a:avLst/>
          </a:prstGeom>
          <a:noFill/>
        </p:spPr>
        <p:txBody>
          <a:bodyPr wrap="square" rtlCol="0">
            <a:spAutoFit/>
          </a:bodyPr>
          <a:lstStyle/>
          <a:p>
            <a:pPr marL="0" marR="0" lvl="0" indent="0" algn="l" defTabSz="913623"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Segoe UI"/>
                <a:ea typeface="+mn-ea"/>
                <a:cs typeface="Arial" panose="020B0604020202020204" pitchFamily="34" charset="0"/>
              </a:rPr>
              <a:t>Complete Deloitte’s access r</a:t>
            </a:r>
            <a:r>
              <a:rPr kumimoji="0" lang="en-US" sz="1600" b="1" i="0" u="none" strike="noStrike" kern="1200" cap="none" spc="0" normalizeH="0" baseline="0" noProof="0" dirty="0" err="1">
                <a:ln>
                  <a:noFill/>
                </a:ln>
                <a:solidFill>
                  <a:prstClr val="white"/>
                </a:solidFill>
                <a:effectLst/>
                <a:uLnTx/>
                <a:uFillTx/>
                <a:latin typeface="Segoe UI"/>
                <a:ea typeface="+mn-ea"/>
                <a:cs typeface="Arial" panose="020B0604020202020204" pitchFamily="34" charset="0"/>
              </a:rPr>
              <a:t>equest</a:t>
            </a:r>
            <a:r>
              <a:rPr kumimoji="0" lang="en-US" sz="1600" b="1" i="0" u="none" strike="noStrike" kern="1200" cap="none" spc="0" normalizeH="0" baseline="0" noProof="0" dirty="0">
                <a:ln>
                  <a:noFill/>
                </a:ln>
                <a:solidFill>
                  <a:prstClr val="white"/>
                </a:solidFill>
                <a:effectLst/>
                <a:uLnTx/>
                <a:uFillTx/>
                <a:latin typeface="Segoe UI"/>
                <a:ea typeface="+mn-ea"/>
                <a:cs typeface="Arial" panose="020B0604020202020204" pitchFamily="34" charset="0"/>
              </a:rPr>
              <a:t>  </a:t>
            </a:r>
            <a:r>
              <a:rPr kumimoji="0" lang="en-US" sz="1600" b="0" i="0" u="none" strike="noStrike" kern="1200" cap="none" spc="0" normalizeH="0" baseline="0" noProof="0" dirty="0">
                <a:ln>
                  <a:noFill/>
                </a:ln>
                <a:solidFill>
                  <a:prstClr val="white"/>
                </a:solidFill>
                <a:effectLst/>
                <a:uLnTx/>
                <a:uFillTx/>
                <a:latin typeface="Segoe UI"/>
                <a:ea typeface="+mn-ea"/>
                <a:cs typeface="Arial" panose="020B0604020202020204" pitchFamily="34" charset="0"/>
              </a:rPr>
              <a:t>(SharePoint, Confluence, Teams)</a:t>
            </a:r>
          </a:p>
        </p:txBody>
      </p:sp>
      <p:sp>
        <p:nvSpPr>
          <p:cNvPr id="94" name="Oval 93">
            <a:extLst>
              <a:ext uri="{FF2B5EF4-FFF2-40B4-BE49-F238E27FC236}">
                <a16:creationId xmlns:a16="http://schemas.microsoft.com/office/drawing/2014/main" id="{0400FF9B-4B18-E761-C5EE-840D0FFF5534}"/>
              </a:ext>
            </a:extLst>
          </p:cNvPr>
          <p:cNvSpPr/>
          <p:nvPr/>
        </p:nvSpPr>
        <p:spPr>
          <a:xfrm>
            <a:off x="1060102" y="5579023"/>
            <a:ext cx="369012" cy="369012"/>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3623"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9B40EA"/>
                </a:solidFill>
                <a:effectLst/>
                <a:uLnTx/>
                <a:uFillTx/>
                <a:latin typeface="Segoe UI"/>
                <a:ea typeface="+mn-ea"/>
                <a:cs typeface="Arial" panose="020B0604020202020204" pitchFamily="34" charset="0"/>
              </a:rPr>
              <a:t>6</a:t>
            </a:r>
          </a:p>
        </p:txBody>
      </p:sp>
      <p:sp>
        <p:nvSpPr>
          <p:cNvPr id="96" name="TextBox 95">
            <a:extLst>
              <a:ext uri="{FF2B5EF4-FFF2-40B4-BE49-F238E27FC236}">
                <a16:creationId xmlns:a16="http://schemas.microsoft.com/office/drawing/2014/main" id="{20239963-3B11-2C08-1057-119046EAA76F}"/>
              </a:ext>
            </a:extLst>
          </p:cNvPr>
          <p:cNvSpPr txBox="1"/>
          <p:nvPr/>
        </p:nvSpPr>
        <p:spPr>
          <a:xfrm>
            <a:off x="1606202" y="5594252"/>
            <a:ext cx="7446247" cy="338554"/>
          </a:xfrm>
          <a:prstGeom prst="rect">
            <a:avLst/>
          </a:prstGeom>
          <a:noFill/>
        </p:spPr>
        <p:txBody>
          <a:bodyPr wrap="square" rtlCol="0">
            <a:spAutoFit/>
          </a:bodyPr>
          <a:lstStyle/>
          <a:p>
            <a:pPr marL="0" marR="0" lvl="0" indent="0" algn="l" defTabSz="913623"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Segoe UI"/>
                <a:ea typeface="+mn-ea"/>
                <a:cs typeface="Arial" panose="020B0604020202020204" pitchFamily="34" charset="0"/>
              </a:rPr>
              <a:t>Confirm contracting and </a:t>
            </a:r>
            <a:r>
              <a:rPr kumimoji="0" lang="en-US" sz="1600" b="1" i="0" u="none" strike="noStrike" kern="1200" cap="none" spc="0" normalizeH="0" baseline="0" noProof="0">
                <a:ln>
                  <a:noFill/>
                </a:ln>
                <a:solidFill>
                  <a:prstClr val="white"/>
                </a:solidFill>
                <a:effectLst/>
                <a:uLnTx/>
                <a:uFillTx/>
                <a:latin typeface="Segoe UI"/>
                <a:ea typeface="+mn-ea"/>
                <a:cs typeface="Arial" panose="020B0604020202020204" pitchFamily="34" charset="0"/>
              </a:rPr>
              <a:t>engagement letter execution</a:t>
            </a:r>
          </a:p>
        </p:txBody>
      </p:sp>
      <p:sp>
        <p:nvSpPr>
          <p:cNvPr id="98" name="Rectangle: Rounded Corners 97">
            <a:extLst>
              <a:ext uri="{FF2B5EF4-FFF2-40B4-BE49-F238E27FC236}">
                <a16:creationId xmlns:a16="http://schemas.microsoft.com/office/drawing/2014/main" id="{8EEFE54A-1F1E-D652-8254-A5D4506A83C6}"/>
              </a:ext>
            </a:extLst>
          </p:cNvPr>
          <p:cNvSpPr/>
          <p:nvPr/>
        </p:nvSpPr>
        <p:spPr bwMode="gray">
          <a:xfrm>
            <a:off x="919423" y="2968628"/>
            <a:ext cx="7670801" cy="633813"/>
          </a:xfrm>
          <a:prstGeom prst="roundRect">
            <a:avLst>
              <a:gd name="adj" fmla="val 50000"/>
            </a:avLst>
          </a:prstGeom>
          <a:solidFill>
            <a:schemeClr val="accent1"/>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CA" sz="1600" b="1" i="0" u="none" strike="noStrike" kern="1200" cap="none" spc="0" normalizeH="0" baseline="0" noProof="0">
              <a:ln>
                <a:noFill/>
              </a:ln>
              <a:solidFill>
                <a:prstClr val="white"/>
              </a:solidFill>
              <a:effectLst/>
              <a:uLnTx/>
              <a:uFillTx/>
              <a:latin typeface="Segoe UI"/>
              <a:ea typeface="+mn-ea"/>
              <a:cs typeface="+mn-cs"/>
            </a:endParaRPr>
          </a:p>
        </p:txBody>
      </p:sp>
      <p:sp>
        <p:nvSpPr>
          <p:cNvPr id="100" name="Oval 99">
            <a:extLst>
              <a:ext uri="{FF2B5EF4-FFF2-40B4-BE49-F238E27FC236}">
                <a16:creationId xmlns:a16="http://schemas.microsoft.com/office/drawing/2014/main" id="{E243A1B7-D157-9912-1546-AD6BDF20430D}"/>
              </a:ext>
            </a:extLst>
          </p:cNvPr>
          <p:cNvSpPr/>
          <p:nvPr/>
        </p:nvSpPr>
        <p:spPr>
          <a:xfrm>
            <a:off x="1060102" y="3101028"/>
            <a:ext cx="369012" cy="369012"/>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3623"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9B40EA"/>
                </a:solidFill>
                <a:effectLst/>
                <a:uLnTx/>
                <a:uFillTx/>
                <a:latin typeface="Segoe UI"/>
                <a:ea typeface="+mn-ea"/>
                <a:cs typeface="Arial" panose="020B0604020202020204" pitchFamily="34" charset="0"/>
              </a:rPr>
              <a:t>3</a:t>
            </a:r>
          </a:p>
        </p:txBody>
      </p:sp>
      <p:sp>
        <p:nvSpPr>
          <p:cNvPr id="102" name="TextBox 101">
            <a:extLst>
              <a:ext uri="{FF2B5EF4-FFF2-40B4-BE49-F238E27FC236}">
                <a16:creationId xmlns:a16="http://schemas.microsoft.com/office/drawing/2014/main" id="{B6FF35D8-7FAB-D6C1-D8D4-B913238D1CCC}"/>
              </a:ext>
            </a:extLst>
          </p:cNvPr>
          <p:cNvSpPr txBox="1"/>
          <p:nvPr/>
        </p:nvSpPr>
        <p:spPr>
          <a:xfrm>
            <a:off x="1606202" y="3116257"/>
            <a:ext cx="7446247" cy="338554"/>
          </a:xfrm>
          <a:prstGeom prst="rect">
            <a:avLst/>
          </a:prstGeom>
          <a:noFill/>
        </p:spPr>
        <p:txBody>
          <a:bodyPr wrap="square" rtlCol="0">
            <a:spAutoFit/>
          </a:bodyPr>
          <a:lstStyle/>
          <a:p>
            <a:pPr marL="0" marR="0" lvl="0" indent="0" algn="l" defTabSz="913623"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Segoe UI"/>
                <a:ea typeface="+mn-ea"/>
                <a:cs typeface="Arial" panose="020B0604020202020204" pitchFamily="34" charset="0"/>
              </a:rPr>
              <a:t>Confirm stakeholder involvement and </a:t>
            </a:r>
            <a:r>
              <a:rPr kumimoji="0" lang="en-US" sz="1600" b="1" i="0" u="none" strike="noStrike" kern="1200" cap="none" spc="0" normalizeH="0" baseline="0" noProof="0">
                <a:ln>
                  <a:noFill/>
                </a:ln>
                <a:solidFill>
                  <a:prstClr val="white"/>
                </a:solidFill>
                <a:effectLst/>
                <a:uLnTx/>
                <a:uFillTx/>
                <a:latin typeface="Segoe UI"/>
                <a:ea typeface="+mn-ea"/>
                <a:cs typeface="Arial" panose="020B0604020202020204" pitchFamily="34" charset="0"/>
              </a:rPr>
              <a:t>day-to-day points of contact</a:t>
            </a:r>
          </a:p>
        </p:txBody>
      </p:sp>
    </p:spTree>
    <p:extLst>
      <p:ext uri="{BB962C8B-B14F-4D97-AF65-F5344CB8AC3E}">
        <p14:creationId xmlns:p14="http://schemas.microsoft.com/office/powerpoint/2010/main" val="32246695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22DFF3-8E68-0D9E-3E99-C7C3CAA5B5E8}"/>
            </a:ext>
          </a:extLst>
        </p:cNvPr>
        <p:cNvGrpSpPr/>
        <p:nvPr/>
      </p:nvGrpSpPr>
      <p:grpSpPr>
        <a:xfrm>
          <a:off x="0" y="0"/>
          <a:ext cx="0" cy="0"/>
          <a:chOff x="0" y="0"/>
          <a:chExt cx="0" cy="0"/>
        </a:xfrm>
      </p:grpSpPr>
      <p:sp>
        <p:nvSpPr>
          <p:cNvPr id="23" name="TextBox 22">
            <a:extLst>
              <a:ext uri="{FF2B5EF4-FFF2-40B4-BE49-F238E27FC236}">
                <a16:creationId xmlns:a16="http://schemas.microsoft.com/office/drawing/2014/main" id="{4230A298-50C4-56D2-E8F4-DCA029ABE7C2}"/>
              </a:ext>
            </a:extLst>
          </p:cNvPr>
          <p:cNvSpPr txBox="1"/>
          <p:nvPr/>
        </p:nvSpPr>
        <p:spPr>
          <a:xfrm>
            <a:off x="6264628" y="6523009"/>
            <a:ext cx="5732359" cy="230832"/>
          </a:xfrm>
          <a:prstGeom prst="rect">
            <a:avLst/>
          </a:prstGeom>
          <a:solidFill>
            <a:schemeClr val="bg1"/>
          </a:solidFill>
        </p:spPr>
        <p:txBody>
          <a:bodyPr wrap="square">
            <a:spAutoFit/>
          </a:bodyPr>
          <a:lstStyle/>
          <a:p>
            <a:pPr marL="0" marR="0" lvl="0" indent="0" algn="l" defTabSz="1219170" rtl="0" eaLnBrk="1" fontAlgn="auto" latinLnBrk="0" hangingPunct="1">
              <a:lnSpc>
                <a:spcPct val="100000"/>
              </a:lnSpc>
              <a:spcBef>
                <a:spcPts val="0"/>
              </a:spcBef>
              <a:spcAft>
                <a:spcPts val="100"/>
              </a:spcAft>
              <a:buClrTx/>
              <a:buSzTx/>
              <a:buFontTx/>
              <a:buNone/>
              <a:tabLst/>
              <a:defRPr/>
            </a:pPr>
            <a:r>
              <a:rPr kumimoji="0" lang="en-US" sz="900" b="0" i="0" u="none" strike="noStrike" kern="1200" cap="none" spc="0" normalizeH="0" baseline="0" noProof="0">
                <a:ln>
                  <a:noFill/>
                </a:ln>
                <a:solidFill>
                  <a:srgbClr val="53565A"/>
                </a:solidFill>
                <a:effectLst/>
                <a:uLnTx/>
                <a:uFillTx/>
                <a:latin typeface="Segoe UI"/>
                <a:ea typeface="+mn-ea"/>
                <a:cs typeface="+mn-cs"/>
              </a:rPr>
              <a:t> </a:t>
            </a:r>
          </a:p>
        </p:txBody>
      </p:sp>
      <p:sp>
        <p:nvSpPr>
          <p:cNvPr id="66" name="Rectangle 65">
            <a:extLst>
              <a:ext uri="{FF2B5EF4-FFF2-40B4-BE49-F238E27FC236}">
                <a16:creationId xmlns:a16="http://schemas.microsoft.com/office/drawing/2014/main" id="{A615D38C-5E1B-D50D-EF21-29DE4EC2294B}"/>
              </a:ext>
            </a:extLst>
          </p:cNvPr>
          <p:cNvSpPr/>
          <p:nvPr/>
        </p:nvSpPr>
        <p:spPr bwMode="gray">
          <a:xfrm>
            <a:off x="4667173" y="825943"/>
            <a:ext cx="1520131" cy="267231"/>
          </a:xfrm>
          <a:prstGeom prst="rect">
            <a:avLst/>
          </a:prstGeom>
          <a:solidFill>
            <a:srgbClr val="FFFFFF"/>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Segoe UI"/>
              <a:ea typeface="+mn-ea"/>
              <a:cs typeface="Arial" panose="020B0604020202020204" pitchFamily="34" charset="0"/>
            </a:endParaRPr>
          </a:p>
        </p:txBody>
      </p:sp>
      <p:graphicFrame>
        <p:nvGraphicFramePr>
          <p:cNvPr id="9" name="Table 8">
            <a:extLst>
              <a:ext uri="{FF2B5EF4-FFF2-40B4-BE49-F238E27FC236}">
                <a16:creationId xmlns:a16="http://schemas.microsoft.com/office/drawing/2014/main" id="{E820F01B-817D-526B-EB98-A5E149FE6F4C}"/>
              </a:ext>
            </a:extLst>
          </p:cNvPr>
          <p:cNvGraphicFramePr>
            <a:graphicFrameLocks noGrp="1"/>
          </p:cNvGraphicFramePr>
          <p:nvPr/>
        </p:nvGraphicFramePr>
        <p:xfrm>
          <a:off x="138580" y="1074124"/>
          <a:ext cx="11700000" cy="3983712"/>
        </p:xfrm>
        <a:graphic>
          <a:graphicData uri="http://schemas.openxmlformats.org/drawingml/2006/table">
            <a:tbl>
              <a:tblPr firstRow="1" bandRow="1">
                <a:tableStyleId>{2D5ABB26-0587-4C30-8999-92F81FD0307C}</a:tableStyleId>
              </a:tblPr>
              <a:tblGrid>
                <a:gridCol w="1620000">
                  <a:extLst>
                    <a:ext uri="{9D8B030D-6E8A-4147-A177-3AD203B41FA5}">
                      <a16:colId xmlns:a16="http://schemas.microsoft.com/office/drawing/2014/main" val="2275646616"/>
                    </a:ext>
                  </a:extLst>
                </a:gridCol>
                <a:gridCol w="720000">
                  <a:extLst>
                    <a:ext uri="{9D8B030D-6E8A-4147-A177-3AD203B41FA5}">
                      <a16:colId xmlns:a16="http://schemas.microsoft.com/office/drawing/2014/main" val="20000"/>
                    </a:ext>
                  </a:extLst>
                </a:gridCol>
                <a:gridCol w="720000">
                  <a:extLst>
                    <a:ext uri="{9D8B030D-6E8A-4147-A177-3AD203B41FA5}">
                      <a16:colId xmlns:a16="http://schemas.microsoft.com/office/drawing/2014/main" val="20001"/>
                    </a:ext>
                  </a:extLst>
                </a:gridCol>
                <a:gridCol w="720000">
                  <a:extLst>
                    <a:ext uri="{9D8B030D-6E8A-4147-A177-3AD203B41FA5}">
                      <a16:colId xmlns:a16="http://schemas.microsoft.com/office/drawing/2014/main" val="20002"/>
                    </a:ext>
                  </a:extLst>
                </a:gridCol>
                <a:gridCol w="720000">
                  <a:extLst>
                    <a:ext uri="{9D8B030D-6E8A-4147-A177-3AD203B41FA5}">
                      <a16:colId xmlns:a16="http://schemas.microsoft.com/office/drawing/2014/main" val="20003"/>
                    </a:ext>
                  </a:extLst>
                </a:gridCol>
                <a:gridCol w="720000">
                  <a:extLst>
                    <a:ext uri="{9D8B030D-6E8A-4147-A177-3AD203B41FA5}">
                      <a16:colId xmlns:a16="http://schemas.microsoft.com/office/drawing/2014/main" val="20004"/>
                    </a:ext>
                  </a:extLst>
                </a:gridCol>
                <a:gridCol w="720000">
                  <a:extLst>
                    <a:ext uri="{9D8B030D-6E8A-4147-A177-3AD203B41FA5}">
                      <a16:colId xmlns:a16="http://schemas.microsoft.com/office/drawing/2014/main" val="20005"/>
                    </a:ext>
                  </a:extLst>
                </a:gridCol>
                <a:gridCol w="720000">
                  <a:extLst>
                    <a:ext uri="{9D8B030D-6E8A-4147-A177-3AD203B41FA5}">
                      <a16:colId xmlns:a16="http://schemas.microsoft.com/office/drawing/2014/main" val="1350489613"/>
                    </a:ext>
                  </a:extLst>
                </a:gridCol>
                <a:gridCol w="720000">
                  <a:extLst>
                    <a:ext uri="{9D8B030D-6E8A-4147-A177-3AD203B41FA5}">
                      <a16:colId xmlns:a16="http://schemas.microsoft.com/office/drawing/2014/main" val="2744283061"/>
                    </a:ext>
                  </a:extLst>
                </a:gridCol>
                <a:gridCol w="720000">
                  <a:extLst>
                    <a:ext uri="{9D8B030D-6E8A-4147-A177-3AD203B41FA5}">
                      <a16:colId xmlns:a16="http://schemas.microsoft.com/office/drawing/2014/main" val="1649829974"/>
                    </a:ext>
                  </a:extLst>
                </a:gridCol>
                <a:gridCol w="720000">
                  <a:extLst>
                    <a:ext uri="{9D8B030D-6E8A-4147-A177-3AD203B41FA5}">
                      <a16:colId xmlns:a16="http://schemas.microsoft.com/office/drawing/2014/main" val="3106833071"/>
                    </a:ext>
                  </a:extLst>
                </a:gridCol>
                <a:gridCol w="720000">
                  <a:extLst>
                    <a:ext uri="{9D8B030D-6E8A-4147-A177-3AD203B41FA5}">
                      <a16:colId xmlns:a16="http://schemas.microsoft.com/office/drawing/2014/main" val="4205870775"/>
                    </a:ext>
                  </a:extLst>
                </a:gridCol>
                <a:gridCol w="720000">
                  <a:extLst>
                    <a:ext uri="{9D8B030D-6E8A-4147-A177-3AD203B41FA5}">
                      <a16:colId xmlns:a16="http://schemas.microsoft.com/office/drawing/2014/main" val="3110106708"/>
                    </a:ext>
                  </a:extLst>
                </a:gridCol>
                <a:gridCol w="720000">
                  <a:extLst>
                    <a:ext uri="{9D8B030D-6E8A-4147-A177-3AD203B41FA5}">
                      <a16:colId xmlns:a16="http://schemas.microsoft.com/office/drawing/2014/main" val="3662109729"/>
                    </a:ext>
                  </a:extLst>
                </a:gridCol>
                <a:gridCol w="720000">
                  <a:extLst>
                    <a:ext uri="{9D8B030D-6E8A-4147-A177-3AD203B41FA5}">
                      <a16:colId xmlns:a16="http://schemas.microsoft.com/office/drawing/2014/main" val="3468604235"/>
                    </a:ext>
                  </a:extLst>
                </a:gridCol>
              </a:tblGrid>
              <a:tr h="315030">
                <a:tc>
                  <a:txBody>
                    <a:bodyPr/>
                    <a:lstStyle/>
                    <a:p>
                      <a:endParaRPr/>
                    </a:p>
                  </a:txBody>
                  <a:tcPr marL="18288" marR="18288" marT="18288" marB="18288">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r>
                        <a:rPr lang="en-US" sz="900" b="1">
                          <a:solidFill>
                            <a:schemeClr val="tx1"/>
                          </a:solidFill>
                          <a:latin typeface="Arial" panose="020B0604020202020204" pitchFamily="34" charset="0"/>
                          <a:cs typeface="Arial" panose="020B0604020202020204" pitchFamily="34" charset="0"/>
                        </a:rPr>
                        <a:t>WEEK 1</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0" i="1">
                          <a:solidFill>
                            <a:schemeClr val="tx1"/>
                          </a:solidFill>
                          <a:latin typeface="Arial" panose="020B0604020202020204" pitchFamily="34" charset="0"/>
                          <a:cs typeface="Arial" panose="020B0604020202020204" pitchFamily="34" charset="0"/>
                        </a:rPr>
                        <a:t>Sept 8</a:t>
                      </a:r>
                    </a:p>
                  </a:txBody>
                  <a:tcPr marL="18288" marR="18288" marT="18288" marB="18288"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r>
                        <a:rPr lang="en-US" sz="900" b="1">
                          <a:solidFill>
                            <a:schemeClr val="tx1"/>
                          </a:solidFill>
                          <a:latin typeface="Arial" panose="020B0604020202020204" pitchFamily="34" charset="0"/>
                          <a:cs typeface="Arial" panose="020B0604020202020204" pitchFamily="34" charset="0"/>
                        </a:rPr>
                        <a:t>WEEK 2</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0" i="1">
                          <a:solidFill>
                            <a:schemeClr val="tx1"/>
                          </a:solidFill>
                          <a:latin typeface="Arial" panose="020B0604020202020204" pitchFamily="34" charset="0"/>
                          <a:cs typeface="Arial" panose="020B0604020202020204" pitchFamily="34" charset="0"/>
                        </a:rPr>
                        <a:t>Sept 15</a:t>
                      </a:r>
                    </a:p>
                  </a:txBody>
                  <a:tcPr marL="18288" marR="18288" marT="18288" marB="18288"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r>
                        <a:rPr lang="en-US" sz="900" b="1">
                          <a:solidFill>
                            <a:schemeClr val="tx1"/>
                          </a:solidFill>
                          <a:latin typeface="Arial" panose="020B0604020202020204" pitchFamily="34" charset="0"/>
                          <a:cs typeface="Arial" panose="020B0604020202020204" pitchFamily="34" charset="0"/>
                        </a:rPr>
                        <a:t>WEEK 3</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0" i="1">
                          <a:solidFill>
                            <a:schemeClr val="tx1"/>
                          </a:solidFill>
                          <a:latin typeface="Arial" panose="020B0604020202020204" pitchFamily="34" charset="0"/>
                          <a:cs typeface="Arial" panose="020B0604020202020204" pitchFamily="34" charset="0"/>
                        </a:rPr>
                        <a:t>Sep 21</a:t>
                      </a:r>
                    </a:p>
                  </a:txBody>
                  <a:tcPr marL="18288" marR="18288" marT="18288" marB="18288"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1">
                          <a:solidFill>
                            <a:schemeClr val="tx1"/>
                          </a:solidFill>
                          <a:latin typeface="Arial" panose="020B0604020202020204" pitchFamily="34" charset="0"/>
                          <a:cs typeface="Arial" panose="020B0604020202020204" pitchFamily="34" charset="0"/>
                        </a:rPr>
                        <a:t>WEEK 4</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0" i="1">
                          <a:solidFill>
                            <a:schemeClr val="tx1"/>
                          </a:solidFill>
                          <a:latin typeface="Arial" panose="020B0604020202020204" pitchFamily="34" charset="0"/>
                          <a:cs typeface="Arial" panose="020B0604020202020204" pitchFamily="34" charset="0"/>
                        </a:rPr>
                        <a:t>Sep 28</a:t>
                      </a:r>
                    </a:p>
                  </a:txBody>
                  <a:tcPr marL="18288" marR="18288" marT="18288" marB="18288"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1">
                          <a:solidFill>
                            <a:schemeClr val="tx1"/>
                          </a:solidFill>
                          <a:latin typeface="Arial" panose="020B0604020202020204" pitchFamily="34" charset="0"/>
                          <a:cs typeface="Arial" panose="020B0604020202020204" pitchFamily="34" charset="0"/>
                        </a:rPr>
                        <a:t>WEEK 5</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0" i="1">
                          <a:solidFill>
                            <a:schemeClr val="tx1"/>
                          </a:solidFill>
                          <a:latin typeface="Arial" panose="020B0604020202020204" pitchFamily="34" charset="0"/>
                          <a:cs typeface="Arial" panose="020B0604020202020204" pitchFamily="34" charset="0"/>
                        </a:rPr>
                        <a:t>Oct 5</a:t>
                      </a:r>
                    </a:p>
                  </a:txBody>
                  <a:tcPr marL="18288" marR="18288" marT="18288" marB="18288"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1" i="0">
                          <a:solidFill>
                            <a:schemeClr val="tx1"/>
                          </a:solidFill>
                          <a:latin typeface="Arial" panose="020B0604020202020204" pitchFamily="34" charset="0"/>
                          <a:cs typeface="Arial" panose="020B0604020202020204" pitchFamily="34" charset="0"/>
                        </a:rPr>
                        <a:t>WEEK 6</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0" i="1">
                          <a:solidFill>
                            <a:schemeClr val="tx1"/>
                          </a:solidFill>
                          <a:latin typeface="Arial" panose="020B0604020202020204" pitchFamily="34" charset="0"/>
                          <a:cs typeface="Arial" panose="020B0604020202020204" pitchFamily="34" charset="0"/>
                        </a:rPr>
                        <a:t>Oct 12</a:t>
                      </a:r>
                    </a:p>
                  </a:txBody>
                  <a:tcPr marL="18288" marR="18288" marT="18288" marB="18288"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1" i="1">
                          <a:solidFill>
                            <a:schemeClr val="tx1"/>
                          </a:solidFill>
                          <a:latin typeface="Arial" panose="020B0604020202020204" pitchFamily="34" charset="0"/>
                          <a:cs typeface="Arial" panose="020B0604020202020204" pitchFamily="34" charset="0"/>
                        </a:rPr>
                        <a:t>WEEK 7</a:t>
                      </a:r>
                      <a:r>
                        <a:rPr lang="en-US" sz="900" b="0" i="1">
                          <a:solidFill>
                            <a:schemeClr val="tx1"/>
                          </a:solidFill>
                          <a:latin typeface="Arial" panose="020B0604020202020204" pitchFamily="34" charset="0"/>
                          <a:cs typeface="Arial" panose="020B0604020202020204" pitchFamily="34" charset="0"/>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0" i="1">
                          <a:solidFill>
                            <a:schemeClr val="tx1"/>
                          </a:solidFill>
                          <a:latin typeface="Arial" panose="020B0604020202020204" pitchFamily="34" charset="0"/>
                          <a:cs typeface="Arial" panose="020B0604020202020204" pitchFamily="34" charset="0"/>
                        </a:rPr>
                        <a:t>Oct 19</a:t>
                      </a:r>
                    </a:p>
                  </a:txBody>
                  <a:tcPr marL="18288" marR="18288" marT="18288" marB="18288"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1" i="1">
                          <a:solidFill>
                            <a:schemeClr val="tx1"/>
                          </a:solidFill>
                          <a:latin typeface="Arial" panose="020B0604020202020204" pitchFamily="34" charset="0"/>
                          <a:cs typeface="Arial" panose="020B0604020202020204" pitchFamily="34" charset="0"/>
                        </a:rPr>
                        <a:t>WEEK 8</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0" i="1">
                          <a:solidFill>
                            <a:schemeClr val="tx1"/>
                          </a:solidFill>
                          <a:latin typeface="Arial" panose="020B0604020202020204" pitchFamily="34" charset="0"/>
                          <a:cs typeface="Arial" panose="020B0604020202020204" pitchFamily="34" charset="0"/>
                        </a:rPr>
                        <a:t>Oct 26</a:t>
                      </a:r>
                    </a:p>
                  </a:txBody>
                  <a:tcPr marL="18288" marR="18288" marT="18288" marB="18288"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1" i="1">
                          <a:solidFill>
                            <a:schemeClr val="tx1"/>
                          </a:solidFill>
                          <a:latin typeface="Arial" panose="020B0604020202020204" pitchFamily="34" charset="0"/>
                          <a:cs typeface="Arial" panose="020B0604020202020204" pitchFamily="34" charset="0"/>
                        </a:rPr>
                        <a:t>WEEK 9</a:t>
                      </a:r>
                      <a:endParaRPr lang="en-US" sz="900" b="0" i="1">
                        <a:solidFill>
                          <a:schemeClr val="tx1"/>
                        </a:solidFill>
                        <a:latin typeface="Arial" panose="020B0604020202020204" pitchFamily="34" charset="0"/>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0" i="1">
                          <a:solidFill>
                            <a:schemeClr val="tx1"/>
                          </a:solidFill>
                          <a:latin typeface="Arial" panose="020B0604020202020204" pitchFamily="34" charset="0"/>
                          <a:cs typeface="Arial" panose="020B0604020202020204" pitchFamily="34" charset="0"/>
                        </a:rPr>
                        <a:t>Nov 2</a:t>
                      </a:r>
                    </a:p>
                  </a:txBody>
                  <a:tcPr marL="18288" marR="18288" marT="18288" marB="18288"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1" i="1">
                          <a:solidFill>
                            <a:schemeClr val="tx1"/>
                          </a:solidFill>
                          <a:latin typeface="Arial" panose="020B0604020202020204" pitchFamily="34" charset="0"/>
                          <a:cs typeface="Arial" panose="020B0604020202020204" pitchFamily="34" charset="0"/>
                        </a:rPr>
                        <a:t>WEEK 10</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0" i="1">
                          <a:solidFill>
                            <a:schemeClr val="tx1"/>
                          </a:solidFill>
                          <a:latin typeface="Arial" panose="020B0604020202020204" pitchFamily="34" charset="0"/>
                          <a:cs typeface="Arial" panose="020B0604020202020204" pitchFamily="34" charset="0"/>
                        </a:rPr>
                        <a:t>Nov 9</a:t>
                      </a:r>
                    </a:p>
                  </a:txBody>
                  <a:tcPr marL="18288" marR="18288" marT="18288" marB="18288"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1" i="1">
                          <a:solidFill>
                            <a:schemeClr val="tx1"/>
                          </a:solidFill>
                          <a:latin typeface="Arial" panose="020B0604020202020204" pitchFamily="34" charset="0"/>
                          <a:cs typeface="Arial" panose="020B0604020202020204" pitchFamily="34" charset="0"/>
                        </a:rPr>
                        <a:t>WEEK 11</a:t>
                      </a:r>
                      <a:endParaRPr lang="en-US" sz="900" b="0" i="1">
                        <a:solidFill>
                          <a:schemeClr val="tx1"/>
                        </a:solidFill>
                        <a:latin typeface="Arial" panose="020B0604020202020204" pitchFamily="34" charset="0"/>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0" i="1">
                          <a:solidFill>
                            <a:schemeClr val="tx1"/>
                          </a:solidFill>
                          <a:latin typeface="Arial" panose="020B0604020202020204" pitchFamily="34" charset="0"/>
                          <a:cs typeface="Arial" panose="020B0604020202020204" pitchFamily="34" charset="0"/>
                        </a:rPr>
                        <a:t>Nov 16</a:t>
                      </a:r>
                    </a:p>
                  </a:txBody>
                  <a:tcPr marL="18288" marR="18288" marT="18288" marB="18288"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1" i="1">
                          <a:solidFill>
                            <a:schemeClr val="tx1"/>
                          </a:solidFill>
                          <a:latin typeface="Arial" panose="020B0604020202020204" pitchFamily="34" charset="0"/>
                          <a:cs typeface="Arial" panose="020B0604020202020204" pitchFamily="34" charset="0"/>
                        </a:rPr>
                        <a:t>WEEK 12</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0" i="1">
                          <a:solidFill>
                            <a:schemeClr val="tx1"/>
                          </a:solidFill>
                          <a:latin typeface="Arial" panose="020B0604020202020204" pitchFamily="34" charset="0"/>
                          <a:cs typeface="Arial" panose="020B0604020202020204" pitchFamily="34" charset="0"/>
                        </a:rPr>
                        <a:t>Nov 23</a:t>
                      </a:r>
                    </a:p>
                  </a:txBody>
                  <a:tcPr marL="18288" marR="18288" marT="18288" marB="18288"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1" i="1">
                          <a:solidFill>
                            <a:schemeClr val="tx1"/>
                          </a:solidFill>
                          <a:latin typeface="Arial" panose="020B0604020202020204" pitchFamily="34" charset="0"/>
                          <a:cs typeface="Arial" panose="020B0604020202020204" pitchFamily="34" charset="0"/>
                        </a:rPr>
                        <a:t>WEEK 13</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0" i="1">
                          <a:solidFill>
                            <a:schemeClr val="tx1"/>
                          </a:solidFill>
                          <a:latin typeface="Arial" panose="020B0604020202020204" pitchFamily="34" charset="0"/>
                          <a:cs typeface="Arial" panose="020B0604020202020204" pitchFamily="34" charset="0"/>
                        </a:rPr>
                        <a:t>Nov 30</a:t>
                      </a:r>
                    </a:p>
                  </a:txBody>
                  <a:tcPr marL="18288" marR="18288" marT="18288" marB="18288"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1" i="1">
                          <a:solidFill>
                            <a:schemeClr val="tx1"/>
                          </a:solidFill>
                          <a:latin typeface="Arial" panose="020B0604020202020204" pitchFamily="34" charset="0"/>
                          <a:cs typeface="Arial" panose="020B0604020202020204" pitchFamily="34" charset="0"/>
                        </a:rPr>
                        <a:t>WEEK 14</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0" i="1">
                          <a:solidFill>
                            <a:schemeClr val="tx1"/>
                          </a:solidFill>
                          <a:latin typeface="Arial" panose="020B0604020202020204" pitchFamily="34" charset="0"/>
                          <a:cs typeface="Arial" panose="020B0604020202020204" pitchFamily="34" charset="0"/>
                        </a:rPr>
                        <a:t>Dec 7</a:t>
                      </a:r>
                    </a:p>
                  </a:txBody>
                  <a:tcPr marL="18288" marR="18288" marT="18288" marB="18288"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222111">
                <a:tc>
                  <a:txBody>
                    <a:bodyPr/>
                    <a:lstStyle/>
                    <a:p>
                      <a:pPr marL="0" indent="0" algn="l">
                        <a:buFont typeface="Wingdings" panose="05000000000000000000" pitchFamily="2" charset="2"/>
                        <a:buNone/>
                      </a:pPr>
                      <a:r>
                        <a:rPr lang="en-US" sz="1000" b="1">
                          <a:solidFill>
                            <a:schemeClr val="bg1">
                              <a:lumMod val="50000"/>
                            </a:schemeClr>
                          </a:solidFill>
                          <a:latin typeface="Arial" panose="020B0604020202020204" pitchFamily="34" charset="0"/>
                          <a:cs typeface="Arial" panose="020B0604020202020204" pitchFamily="34" charset="0"/>
                        </a:rPr>
                        <a:t>Ongoing Project Management</a:t>
                      </a:r>
                    </a:p>
                  </a:txBody>
                  <a:tcPr marL="18288" marR="18288" marT="18288" marB="18288" anchor="ctr">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endParaRPr lang="en-US" sz="1000" b="1">
                        <a:solidFill>
                          <a:schemeClr val="bg1"/>
                        </a:solidFill>
                        <a:latin typeface="Arial" panose="020B0604020202020204" pitchFamily="34" charset="0"/>
                        <a:cs typeface="Arial" panose="020B0604020202020204" pitchFamily="34" charset="0"/>
                      </a:endParaRPr>
                    </a:p>
                  </a:txBody>
                  <a:tcPr marL="18288" marR="18288" marT="18288" marB="18288">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endParaRPr lang="en-US" sz="1000" b="0" i="1">
                        <a:solidFill>
                          <a:schemeClr val="bg1"/>
                        </a:solidFill>
                        <a:latin typeface="Arial" panose="020B0604020202020204" pitchFamily="34" charset="0"/>
                        <a:cs typeface="Arial" panose="020B0604020202020204" pitchFamily="34" charset="0"/>
                      </a:endParaRPr>
                    </a:p>
                  </a:txBody>
                  <a:tcPr marL="18288" marR="18288" marT="18288" marB="18288"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endParaRPr lang="en-US" sz="1000" b="1">
                        <a:solidFill>
                          <a:schemeClr val="bg1"/>
                        </a:solidFill>
                        <a:latin typeface="Arial" panose="020B0604020202020204" pitchFamily="34" charset="0"/>
                        <a:cs typeface="Arial" panose="020B0604020202020204" pitchFamily="34" charset="0"/>
                      </a:endParaRPr>
                    </a:p>
                  </a:txBody>
                  <a:tcPr marL="18288" marR="18288" marT="18288" marB="18288">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endParaRPr lang="en-US" sz="1000" b="1">
                        <a:solidFill>
                          <a:schemeClr val="bg1"/>
                        </a:solidFill>
                        <a:latin typeface="Arial" panose="020B0604020202020204" pitchFamily="34" charset="0"/>
                        <a:cs typeface="Arial" panose="020B0604020202020204" pitchFamily="34" charset="0"/>
                      </a:endParaRPr>
                    </a:p>
                  </a:txBody>
                  <a:tcPr marL="18288" marR="18288" marT="18288" marB="18288">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endParaRPr lang="en-US" sz="1000" b="1">
                        <a:solidFill>
                          <a:schemeClr val="bg1"/>
                        </a:solidFill>
                        <a:latin typeface="Arial" panose="020B0604020202020204" pitchFamily="34" charset="0"/>
                        <a:cs typeface="Arial" panose="020B0604020202020204" pitchFamily="34" charset="0"/>
                      </a:endParaRPr>
                    </a:p>
                  </a:txBody>
                  <a:tcPr marL="18288" marR="18288" marT="18288" marB="18288">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endParaRPr lang="en-US" sz="1000" b="1">
                        <a:solidFill>
                          <a:schemeClr val="bg1"/>
                        </a:solidFill>
                        <a:latin typeface="Arial" panose="020B0604020202020204" pitchFamily="34" charset="0"/>
                        <a:cs typeface="Arial" panose="020B0604020202020204" pitchFamily="34" charset="0"/>
                      </a:endParaRPr>
                    </a:p>
                  </a:txBody>
                  <a:tcPr marL="18288" marR="18288" marT="18288" marB="18288">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endParaRPr lang="en-US" sz="1000" b="1">
                        <a:solidFill>
                          <a:schemeClr val="bg1"/>
                        </a:solidFill>
                        <a:latin typeface="Arial" panose="020B0604020202020204" pitchFamily="34" charset="0"/>
                        <a:cs typeface="Arial" panose="020B0604020202020204" pitchFamily="34" charset="0"/>
                      </a:endParaRPr>
                    </a:p>
                  </a:txBody>
                  <a:tcPr marL="18288" marR="18288" marT="18288" marB="18288">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endParaRPr lang="en-US" sz="1000" b="1">
                        <a:solidFill>
                          <a:schemeClr val="bg1"/>
                        </a:solidFill>
                        <a:latin typeface="Arial" panose="020B0604020202020204" pitchFamily="34" charset="0"/>
                        <a:cs typeface="Arial" panose="020B0604020202020204" pitchFamily="34" charset="0"/>
                      </a:endParaRPr>
                    </a:p>
                  </a:txBody>
                  <a:tcPr marL="18288" marR="18288" marT="18288" marB="18288">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endParaRPr lang="en-US" sz="1000" b="1">
                        <a:solidFill>
                          <a:schemeClr val="bg1"/>
                        </a:solidFill>
                        <a:latin typeface="Arial" panose="020B0604020202020204" pitchFamily="34" charset="0"/>
                        <a:cs typeface="Arial" panose="020B0604020202020204" pitchFamily="34" charset="0"/>
                      </a:endParaRPr>
                    </a:p>
                  </a:txBody>
                  <a:tcPr marL="18288" marR="18288" marT="18288" marB="18288">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endParaRPr lang="en-US" sz="1000" b="1">
                        <a:solidFill>
                          <a:schemeClr val="bg1"/>
                        </a:solidFill>
                        <a:latin typeface="Arial" panose="020B0604020202020204" pitchFamily="34" charset="0"/>
                        <a:cs typeface="Arial" panose="020B0604020202020204" pitchFamily="34" charset="0"/>
                      </a:endParaRPr>
                    </a:p>
                  </a:txBody>
                  <a:tcPr marL="18288" marR="18288" marT="18288" marB="18288">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endParaRPr lang="en-US" sz="1000" b="1">
                        <a:solidFill>
                          <a:schemeClr val="bg1"/>
                        </a:solidFill>
                        <a:latin typeface="Arial" panose="020B0604020202020204" pitchFamily="34" charset="0"/>
                        <a:cs typeface="Arial" panose="020B0604020202020204" pitchFamily="34" charset="0"/>
                      </a:endParaRPr>
                    </a:p>
                  </a:txBody>
                  <a:tcPr marL="18288" marR="18288" marT="18288" marB="18288">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endParaRPr lang="en-US" sz="1000" b="1">
                        <a:solidFill>
                          <a:schemeClr val="bg1"/>
                        </a:solidFill>
                        <a:latin typeface="Arial" panose="020B0604020202020204" pitchFamily="34" charset="0"/>
                        <a:cs typeface="Arial" panose="020B0604020202020204" pitchFamily="34" charset="0"/>
                      </a:endParaRPr>
                    </a:p>
                  </a:txBody>
                  <a:tcPr marL="18288" marR="18288" marT="18288" marB="18288">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endParaRPr lang="en-US" sz="1000" b="1">
                        <a:solidFill>
                          <a:schemeClr val="bg1"/>
                        </a:solidFill>
                        <a:latin typeface="Arial" panose="020B0604020202020204" pitchFamily="34" charset="0"/>
                        <a:cs typeface="Arial" panose="020B0604020202020204" pitchFamily="34" charset="0"/>
                      </a:endParaRPr>
                    </a:p>
                  </a:txBody>
                  <a:tcPr marL="18288" marR="18288" marT="18288" marB="18288">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endParaRPr lang="en-US" sz="1000" b="1">
                        <a:solidFill>
                          <a:schemeClr val="bg1"/>
                        </a:solidFill>
                        <a:latin typeface="Arial" panose="020B0604020202020204" pitchFamily="34" charset="0"/>
                        <a:cs typeface="Arial" panose="020B0604020202020204" pitchFamily="34" charset="0"/>
                      </a:endParaRPr>
                    </a:p>
                  </a:txBody>
                  <a:tcPr marL="18288" marR="18288" marT="18288" marB="18288">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252674662"/>
                  </a:ext>
                </a:extLst>
              </a:tr>
              <a:tr h="3240000">
                <a:tc>
                  <a:txBody>
                    <a:bodyPr/>
                    <a:lstStyle/>
                    <a:p>
                      <a:pPr marL="171450" indent="-171450" algn="l">
                        <a:spcAft>
                          <a:spcPts val="600"/>
                        </a:spcAft>
                        <a:buFont typeface="Wingdings" panose="05000000000000000000" pitchFamily="2" charset="2"/>
                        <a:buChar char="§"/>
                      </a:pPr>
                      <a:endParaRPr lang="en-US" sz="800" b="0">
                        <a:solidFill>
                          <a:schemeClr val="tx1"/>
                        </a:solidFill>
                        <a:latin typeface="Arial" panose="020B0604020202020204" pitchFamily="34" charset="0"/>
                        <a:cs typeface="Arial" panose="020B0604020202020204" pitchFamily="34" charset="0"/>
                      </a:endParaRPr>
                    </a:p>
                  </a:txBody>
                  <a:tcPr marL="18288" marR="18288" marT="18288" marB="18288" anchor="ctr">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000" b="1">
                        <a:latin typeface="Arial" panose="020B0604020202020204" pitchFamily="34" charset="0"/>
                        <a:cs typeface="Arial" panose="020B0604020202020204" pitchFamily="34" charset="0"/>
                      </a:endParaRPr>
                    </a:p>
                  </a:txBody>
                  <a:tcPr marL="18288" marR="18288" marT="18288" marB="18288">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000" b="0" i="1" dirty="0">
                        <a:solidFill>
                          <a:schemeClr val="tx1">
                            <a:lumMod val="50000"/>
                            <a:lumOff val="50000"/>
                          </a:schemeClr>
                        </a:solidFill>
                        <a:latin typeface="Arial" panose="020B0604020202020204" pitchFamily="34" charset="0"/>
                        <a:cs typeface="Arial" panose="020B0604020202020204" pitchFamily="34" charset="0"/>
                      </a:endParaRPr>
                    </a:p>
                  </a:txBody>
                  <a:tcPr marL="18288" marR="18288" marT="18288" marB="18288"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000" b="1">
                        <a:latin typeface="Arial" panose="020B0604020202020204" pitchFamily="34" charset="0"/>
                        <a:cs typeface="Arial" panose="020B0604020202020204" pitchFamily="34" charset="0"/>
                      </a:endParaRPr>
                    </a:p>
                  </a:txBody>
                  <a:tcPr marL="18288" marR="18288" marT="18288" marB="18288">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000" b="1" dirty="0">
                        <a:latin typeface="Arial" panose="020B0604020202020204" pitchFamily="34" charset="0"/>
                        <a:cs typeface="Arial" panose="020B0604020202020204" pitchFamily="34" charset="0"/>
                      </a:endParaRPr>
                    </a:p>
                  </a:txBody>
                  <a:tcPr marL="18288" marR="18288" marT="18288" marB="18288">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000" b="1">
                        <a:latin typeface="Arial" panose="020B0604020202020204" pitchFamily="34" charset="0"/>
                        <a:cs typeface="Arial" panose="020B0604020202020204" pitchFamily="34" charset="0"/>
                      </a:endParaRPr>
                    </a:p>
                  </a:txBody>
                  <a:tcPr marL="18288" marR="18288" marT="18288" marB="18288">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000" b="1">
                        <a:latin typeface="Arial" panose="020B0604020202020204" pitchFamily="34" charset="0"/>
                        <a:cs typeface="Arial" panose="020B0604020202020204" pitchFamily="34" charset="0"/>
                      </a:endParaRPr>
                    </a:p>
                  </a:txBody>
                  <a:tcPr marL="18288" marR="18288" marT="18288" marB="18288">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000" b="1">
                        <a:latin typeface="Arial" panose="020B0604020202020204" pitchFamily="34" charset="0"/>
                        <a:cs typeface="Arial" panose="020B0604020202020204" pitchFamily="34" charset="0"/>
                      </a:endParaRPr>
                    </a:p>
                  </a:txBody>
                  <a:tcPr marL="18288" marR="18288" marT="18288" marB="18288">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000" b="1">
                        <a:latin typeface="Arial" panose="020B0604020202020204" pitchFamily="34" charset="0"/>
                        <a:cs typeface="Arial" panose="020B0604020202020204" pitchFamily="34" charset="0"/>
                      </a:endParaRPr>
                    </a:p>
                  </a:txBody>
                  <a:tcPr marL="18288" marR="18288" marT="18288" marB="18288">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000" b="1">
                        <a:latin typeface="Arial" panose="020B0604020202020204" pitchFamily="34" charset="0"/>
                        <a:cs typeface="Arial" panose="020B0604020202020204" pitchFamily="34" charset="0"/>
                      </a:endParaRPr>
                    </a:p>
                  </a:txBody>
                  <a:tcPr marL="18288" marR="18288" marT="18288" marB="18288">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000" b="1">
                        <a:latin typeface="Arial" panose="020B0604020202020204" pitchFamily="34" charset="0"/>
                        <a:cs typeface="Arial" panose="020B0604020202020204" pitchFamily="34" charset="0"/>
                      </a:endParaRPr>
                    </a:p>
                  </a:txBody>
                  <a:tcPr marL="18288" marR="18288" marT="18288" marB="18288">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000" b="1">
                        <a:latin typeface="Arial" panose="020B0604020202020204" pitchFamily="34" charset="0"/>
                        <a:cs typeface="Arial" panose="020B0604020202020204" pitchFamily="34" charset="0"/>
                      </a:endParaRPr>
                    </a:p>
                  </a:txBody>
                  <a:tcPr marL="18288" marR="18288" marT="18288" marB="18288">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000" b="1" dirty="0">
                        <a:latin typeface="Arial" panose="020B0604020202020204" pitchFamily="34" charset="0"/>
                        <a:cs typeface="Arial" panose="020B0604020202020204" pitchFamily="34" charset="0"/>
                      </a:endParaRPr>
                    </a:p>
                  </a:txBody>
                  <a:tcPr marL="18288" marR="18288" marT="18288" marB="18288">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000" b="1">
                        <a:latin typeface="Arial" panose="020B0604020202020204" pitchFamily="34" charset="0"/>
                        <a:cs typeface="Arial" panose="020B0604020202020204" pitchFamily="34" charset="0"/>
                      </a:endParaRPr>
                    </a:p>
                  </a:txBody>
                  <a:tcPr marL="18288" marR="18288" marT="18288" marB="18288">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000" b="1" dirty="0">
                        <a:latin typeface="Arial" panose="020B0604020202020204" pitchFamily="34" charset="0"/>
                        <a:cs typeface="Arial" panose="020B0604020202020204" pitchFamily="34" charset="0"/>
                      </a:endParaRPr>
                    </a:p>
                  </a:txBody>
                  <a:tcPr marL="18288" marR="18288" marT="18288" marB="18288">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86944676"/>
                  </a:ext>
                </a:extLst>
              </a:tr>
            </a:tbl>
          </a:graphicData>
        </a:graphic>
      </p:graphicFrame>
      <p:sp>
        <p:nvSpPr>
          <p:cNvPr id="18" name="TextBox 17">
            <a:extLst>
              <a:ext uri="{FF2B5EF4-FFF2-40B4-BE49-F238E27FC236}">
                <a16:creationId xmlns:a16="http://schemas.microsoft.com/office/drawing/2014/main" id="{2745AEF3-2CEA-AFA1-E6B0-964B7F3ACCB9}"/>
              </a:ext>
            </a:extLst>
          </p:cNvPr>
          <p:cNvSpPr txBox="1"/>
          <p:nvPr/>
        </p:nvSpPr>
        <p:spPr>
          <a:xfrm>
            <a:off x="163378" y="5108560"/>
            <a:ext cx="548640" cy="228943"/>
          </a:xfrm>
          <a:prstGeom prst="rect">
            <a:avLst/>
          </a:prstGeom>
        </p:spPr>
        <p:txBody>
          <a:bodyPr vert="horz" lIns="0" tIns="45720" rIns="91440" bIns="45720" rtlCol="0" anchor="t">
            <a:noAutofit/>
          </a:bodyPr>
          <a:lstStyle>
            <a:lvl1pPr>
              <a:spcBef>
                <a:spcPct val="0"/>
              </a:spcBef>
              <a:buNone/>
              <a:defRPr sz="2000" b="1">
                <a:solidFill>
                  <a:srgbClr val="3C3935"/>
                </a:solidFill>
                <a:latin typeface="+mj-lt"/>
                <a:ea typeface="+mj-ea"/>
                <a:cs typeface="Arial" panose="020B0604020202020204" pitchFamily="34" charset="0"/>
              </a:defRPr>
            </a:lvl1pPr>
          </a:lstStyle>
          <a:p>
            <a:pPr marL="0" marR="0" lvl="0" indent="0" algn="l" defTabSz="914400" rtl="0" eaLnBrk="1" fontAlgn="auto" latinLnBrk="0" hangingPunct="1">
              <a:lnSpc>
                <a:spcPct val="100000"/>
              </a:lnSpc>
              <a:spcBef>
                <a:spcPts val="300"/>
              </a:spcBef>
              <a:spcAft>
                <a:spcPts val="0"/>
              </a:spcAft>
              <a:buClrTx/>
              <a:buSzTx/>
              <a:buFontTx/>
              <a:buNone/>
              <a:tabLst/>
              <a:defRPr/>
            </a:pPr>
            <a:r>
              <a:rPr kumimoji="0" lang="en-US" sz="900" b="1" i="1" u="none" strike="noStrike" kern="1200" cap="none" spc="0" normalizeH="0" baseline="0" noProof="0">
                <a:ln>
                  <a:noFill/>
                </a:ln>
                <a:solidFill>
                  <a:srgbClr val="000000"/>
                </a:solidFill>
                <a:effectLst/>
                <a:uLnTx/>
                <a:uFillTx/>
                <a:latin typeface="Segoe UI"/>
                <a:ea typeface="+mj-ea"/>
                <a:cs typeface="Arial" panose="020B0604020202020204" pitchFamily="34" charset="0"/>
              </a:rPr>
              <a:t>Legend:</a:t>
            </a:r>
            <a:endParaRPr kumimoji="0" lang="en-US" sz="900" b="1" i="0" u="none" strike="noStrike" kern="1200" cap="none" spc="0" normalizeH="0" baseline="0" noProof="0">
              <a:ln>
                <a:noFill/>
              </a:ln>
              <a:solidFill>
                <a:srgbClr val="000000"/>
              </a:solidFill>
              <a:effectLst/>
              <a:uLnTx/>
              <a:uFillTx/>
              <a:latin typeface="Segoe UI"/>
              <a:ea typeface="+mj-ea"/>
              <a:cs typeface="Arial" panose="020B0604020202020204" pitchFamily="34" charset="0"/>
            </a:endParaRPr>
          </a:p>
        </p:txBody>
      </p:sp>
      <p:sp>
        <p:nvSpPr>
          <p:cNvPr id="19" name="Star: 5 Points 18">
            <a:extLst>
              <a:ext uri="{FF2B5EF4-FFF2-40B4-BE49-F238E27FC236}">
                <a16:creationId xmlns:a16="http://schemas.microsoft.com/office/drawing/2014/main" id="{FC94FF24-7F48-806D-5F99-2D63F566BA75}"/>
              </a:ext>
            </a:extLst>
          </p:cNvPr>
          <p:cNvSpPr/>
          <p:nvPr/>
        </p:nvSpPr>
        <p:spPr>
          <a:xfrm>
            <a:off x="1996304" y="5131591"/>
            <a:ext cx="182880" cy="182880"/>
          </a:xfrm>
          <a:prstGeom prst="star5">
            <a:avLst/>
          </a:prstGeom>
          <a:solidFill>
            <a:srgbClr val="FFC000"/>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800" b="1" i="0" u="none" strike="noStrike" kern="1200" cap="none" spc="0" normalizeH="0" baseline="0" noProof="0">
              <a:ln>
                <a:noFill/>
              </a:ln>
              <a:solidFill>
                <a:sysClr val="windowText" lastClr="000000"/>
              </a:solidFill>
              <a:effectLst/>
              <a:uLnTx/>
              <a:uFillTx/>
              <a:latin typeface="Segoe UI"/>
              <a:ea typeface="+mn-ea"/>
              <a:cs typeface="Arial" panose="020B0604020202020204" pitchFamily="34" charset="0"/>
            </a:endParaRPr>
          </a:p>
        </p:txBody>
      </p:sp>
      <p:sp>
        <p:nvSpPr>
          <p:cNvPr id="24" name="Diamond 23">
            <a:extLst>
              <a:ext uri="{FF2B5EF4-FFF2-40B4-BE49-F238E27FC236}">
                <a16:creationId xmlns:a16="http://schemas.microsoft.com/office/drawing/2014/main" id="{2691E909-BE56-842C-9E1C-372BE7F3EF69}"/>
              </a:ext>
            </a:extLst>
          </p:cNvPr>
          <p:cNvSpPr/>
          <p:nvPr/>
        </p:nvSpPr>
        <p:spPr bwMode="gray">
          <a:xfrm>
            <a:off x="679690" y="5154451"/>
            <a:ext cx="137160" cy="137160"/>
          </a:xfrm>
          <a:prstGeom prst="diamond">
            <a:avLst/>
          </a:prstGeom>
          <a:solidFill>
            <a:schemeClr val="tx1"/>
          </a:solidFill>
          <a:ln>
            <a:noFill/>
          </a:ln>
        </p:spPr>
        <p:txBody>
          <a:bodyPr wrap="square" lIns="0" tIns="0" rIns="0" bIns="0" rtlCol="0"/>
          <a:lstStyle/>
          <a:p>
            <a:pPr marL="0" marR="0" lvl="0" indent="0" algn="l" defTabSz="806867" rtl="0" eaLnBrk="1" fontAlgn="base" latinLnBrk="0" hangingPunct="1">
              <a:lnSpc>
                <a:spcPct val="100000"/>
              </a:lnSpc>
              <a:spcBef>
                <a:spcPct val="0"/>
              </a:spcBef>
              <a:spcAft>
                <a:spcPct val="0"/>
              </a:spcAft>
              <a:buClrTx/>
              <a:buSzTx/>
              <a:buFontTx/>
              <a:buNone/>
              <a:tabLst/>
              <a:defRPr/>
            </a:pPr>
            <a:endParaRPr kumimoji="0" lang="en-US" sz="1412" b="0" i="0" u="none" strike="noStrike" kern="0" cap="none" spc="0" normalizeH="0" baseline="0" noProof="0">
              <a:ln>
                <a:noFill/>
              </a:ln>
              <a:solidFill>
                <a:srgbClr val="000000"/>
              </a:solidFill>
              <a:effectLst/>
              <a:uLnTx/>
              <a:uFillTx/>
              <a:latin typeface="Segoe UI"/>
              <a:ea typeface="+mn-ea"/>
              <a:cs typeface="Arial" panose="020B0604020202020204" pitchFamily="34" charset="0"/>
            </a:endParaRPr>
          </a:p>
        </p:txBody>
      </p:sp>
      <p:sp>
        <p:nvSpPr>
          <p:cNvPr id="25" name="TextBox 24">
            <a:extLst>
              <a:ext uri="{FF2B5EF4-FFF2-40B4-BE49-F238E27FC236}">
                <a16:creationId xmlns:a16="http://schemas.microsoft.com/office/drawing/2014/main" id="{2A878237-BE1D-DC00-D76D-688E0C050CCB}"/>
              </a:ext>
            </a:extLst>
          </p:cNvPr>
          <p:cNvSpPr txBox="1"/>
          <p:nvPr/>
        </p:nvSpPr>
        <p:spPr>
          <a:xfrm>
            <a:off x="888500" y="5140649"/>
            <a:ext cx="1122032" cy="164764"/>
          </a:xfrm>
          <a:prstGeom prst="rect">
            <a:avLst/>
          </a:prstGeom>
        </p:spPr>
        <p:txBody>
          <a:bodyPr vert="horz" lIns="0" tIns="0" rIns="0" bIns="0" rtlCol="0" anchor="ctr">
            <a:noAutofit/>
          </a:bodyPr>
          <a:lstStyle>
            <a:lvl1pPr>
              <a:spcBef>
                <a:spcPct val="0"/>
              </a:spcBef>
              <a:buNone/>
              <a:defRPr sz="2000" b="1">
                <a:solidFill>
                  <a:srgbClr val="3C3935"/>
                </a:solidFill>
                <a:latin typeface="+mj-lt"/>
                <a:ea typeface="+mj-ea"/>
                <a:cs typeface="Arial" panose="020B0604020202020204" pitchFamily="34" charset="0"/>
              </a:defRPr>
            </a:lvl1pPr>
          </a:lstStyle>
          <a:p>
            <a:pPr marL="0" marR="0" lvl="0" indent="0" algn="l" defTabSz="914400" rtl="0" eaLnBrk="1" fontAlgn="auto" latinLnBrk="0" hangingPunct="1">
              <a:lnSpc>
                <a:spcPct val="100000"/>
              </a:lnSpc>
              <a:spcBef>
                <a:spcPts val="300"/>
              </a:spcBef>
              <a:spcAft>
                <a:spcPts val="0"/>
              </a:spcAft>
              <a:buClrTx/>
              <a:buSzTx/>
              <a:buFontTx/>
              <a:buNone/>
              <a:tabLst/>
              <a:defRPr/>
            </a:pPr>
            <a:r>
              <a:rPr kumimoji="0" lang="en-US" sz="800" b="0" i="1" u="none" strike="noStrike" kern="1200" cap="none" spc="0" normalizeH="0" baseline="0" noProof="0">
                <a:ln>
                  <a:noFill/>
                </a:ln>
                <a:solidFill>
                  <a:srgbClr val="000000"/>
                </a:solidFill>
                <a:effectLst/>
                <a:uLnTx/>
                <a:uFillTx/>
                <a:latin typeface="Segoe UI"/>
                <a:ea typeface="+mj-ea"/>
                <a:cs typeface="Arial" panose="020B0604020202020204" pitchFamily="34" charset="0"/>
              </a:rPr>
              <a:t>Weekly Status Update</a:t>
            </a:r>
            <a:endParaRPr kumimoji="0" lang="en-US" sz="800" b="1" i="0" u="none" strike="noStrike" kern="1200" cap="none" spc="0" normalizeH="0" baseline="0" noProof="0">
              <a:ln>
                <a:noFill/>
              </a:ln>
              <a:solidFill>
                <a:srgbClr val="000000"/>
              </a:solidFill>
              <a:effectLst/>
              <a:uLnTx/>
              <a:uFillTx/>
              <a:latin typeface="Segoe UI"/>
              <a:ea typeface="+mj-ea"/>
              <a:cs typeface="Arial" panose="020B0604020202020204" pitchFamily="34" charset="0"/>
            </a:endParaRPr>
          </a:p>
        </p:txBody>
      </p:sp>
      <p:sp>
        <p:nvSpPr>
          <p:cNvPr id="26" name="TextBox 25">
            <a:extLst>
              <a:ext uri="{FF2B5EF4-FFF2-40B4-BE49-F238E27FC236}">
                <a16:creationId xmlns:a16="http://schemas.microsoft.com/office/drawing/2014/main" id="{ADED9A76-555B-83F8-4F15-C997C1B48DF6}"/>
              </a:ext>
            </a:extLst>
          </p:cNvPr>
          <p:cNvSpPr txBox="1"/>
          <p:nvPr/>
        </p:nvSpPr>
        <p:spPr>
          <a:xfrm>
            <a:off x="2250590" y="5145060"/>
            <a:ext cx="892733" cy="155942"/>
          </a:xfrm>
          <a:prstGeom prst="rect">
            <a:avLst/>
          </a:prstGeom>
        </p:spPr>
        <p:txBody>
          <a:bodyPr vert="horz" lIns="0" tIns="0" rIns="0" bIns="0" rtlCol="0" anchor="ctr">
            <a:noAutofit/>
          </a:bodyPr>
          <a:lstStyle>
            <a:lvl1pPr>
              <a:spcBef>
                <a:spcPct val="0"/>
              </a:spcBef>
              <a:buNone/>
              <a:defRPr sz="2000" b="1">
                <a:solidFill>
                  <a:srgbClr val="3C3935"/>
                </a:solidFill>
                <a:latin typeface="+mj-lt"/>
                <a:ea typeface="+mj-ea"/>
                <a:cs typeface="Arial" panose="020B0604020202020204" pitchFamily="34" charset="0"/>
              </a:defRPr>
            </a:lvl1pPr>
          </a:lstStyle>
          <a:p>
            <a:pPr marL="0" marR="0" lvl="0" indent="0" algn="l" defTabSz="914400" rtl="0" eaLnBrk="1" fontAlgn="auto" latinLnBrk="0" hangingPunct="1">
              <a:lnSpc>
                <a:spcPct val="100000"/>
              </a:lnSpc>
              <a:spcBef>
                <a:spcPts val="300"/>
              </a:spcBef>
              <a:spcAft>
                <a:spcPts val="0"/>
              </a:spcAft>
              <a:buClrTx/>
              <a:buSzTx/>
              <a:buFontTx/>
              <a:buNone/>
              <a:tabLst/>
              <a:defRPr/>
            </a:pPr>
            <a:r>
              <a:rPr kumimoji="0" lang="en-US" sz="800" b="0" i="1" u="none" strike="noStrike" kern="1200" cap="none" spc="0" normalizeH="0" baseline="0" noProof="0">
                <a:ln>
                  <a:noFill/>
                </a:ln>
                <a:solidFill>
                  <a:srgbClr val="000000"/>
                </a:solidFill>
                <a:effectLst/>
                <a:uLnTx/>
                <a:uFillTx/>
                <a:latin typeface="Segoe UI"/>
                <a:ea typeface="+mj-ea"/>
                <a:cs typeface="Arial" panose="020B0604020202020204" pitchFamily="34" charset="0"/>
              </a:rPr>
              <a:t>Deliverable</a:t>
            </a:r>
            <a:endParaRPr kumimoji="0" lang="en-US" sz="800" b="1" i="0" u="none" strike="noStrike" kern="1200" cap="none" spc="0" normalizeH="0" baseline="0" noProof="0">
              <a:ln>
                <a:noFill/>
              </a:ln>
              <a:solidFill>
                <a:srgbClr val="000000"/>
              </a:solidFill>
              <a:effectLst/>
              <a:uLnTx/>
              <a:uFillTx/>
              <a:latin typeface="Segoe UI"/>
              <a:ea typeface="+mj-ea"/>
              <a:cs typeface="Arial" panose="020B0604020202020204" pitchFamily="34" charset="0"/>
            </a:endParaRPr>
          </a:p>
        </p:txBody>
      </p:sp>
      <p:sp>
        <p:nvSpPr>
          <p:cNvPr id="30" name="Diamond 29">
            <a:extLst>
              <a:ext uri="{FF2B5EF4-FFF2-40B4-BE49-F238E27FC236}">
                <a16:creationId xmlns:a16="http://schemas.microsoft.com/office/drawing/2014/main" id="{2E205DFE-5A14-844C-0F52-A1054C36766A}"/>
              </a:ext>
            </a:extLst>
          </p:cNvPr>
          <p:cNvSpPr/>
          <p:nvPr/>
        </p:nvSpPr>
        <p:spPr bwMode="gray">
          <a:xfrm>
            <a:off x="6401087" y="1582990"/>
            <a:ext cx="137160" cy="137160"/>
          </a:xfrm>
          <a:prstGeom prst="diamond">
            <a:avLst/>
          </a:prstGeom>
          <a:solidFill>
            <a:schemeClr val="tx1"/>
          </a:solidFill>
          <a:ln>
            <a:noFill/>
          </a:ln>
        </p:spPr>
        <p:txBody>
          <a:bodyPr wrap="square" lIns="0" tIns="0" rIns="0" bIns="0" rtlCol="0"/>
          <a:lstStyle/>
          <a:p>
            <a:pPr marL="0" marR="0" lvl="0" indent="0" algn="l" defTabSz="806867" rtl="0" eaLnBrk="1" fontAlgn="base" latinLnBrk="0" hangingPunct="1">
              <a:lnSpc>
                <a:spcPct val="100000"/>
              </a:lnSpc>
              <a:spcBef>
                <a:spcPct val="0"/>
              </a:spcBef>
              <a:spcAft>
                <a:spcPct val="0"/>
              </a:spcAft>
              <a:buClrTx/>
              <a:buSzTx/>
              <a:buFontTx/>
              <a:buNone/>
              <a:tabLst/>
              <a:defRPr/>
            </a:pPr>
            <a:endParaRPr kumimoji="0" lang="en-US" sz="1412" b="0" i="0" u="none" strike="noStrike" kern="0" cap="none" spc="0" normalizeH="0" baseline="0" noProof="0">
              <a:ln>
                <a:noFill/>
              </a:ln>
              <a:solidFill>
                <a:srgbClr val="000000"/>
              </a:solidFill>
              <a:effectLst/>
              <a:uLnTx/>
              <a:uFillTx/>
              <a:latin typeface="Segoe UI"/>
              <a:ea typeface="+mn-ea"/>
              <a:cs typeface="Arial" panose="020B0604020202020204" pitchFamily="34" charset="0"/>
            </a:endParaRPr>
          </a:p>
        </p:txBody>
      </p:sp>
      <p:sp>
        <p:nvSpPr>
          <p:cNvPr id="31" name="Diamond 30">
            <a:extLst>
              <a:ext uri="{FF2B5EF4-FFF2-40B4-BE49-F238E27FC236}">
                <a16:creationId xmlns:a16="http://schemas.microsoft.com/office/drawing/2014/main" id="{A0EA124E-E0E5-2F89-D671-D0E36C0CA216}"/>
              </a:ext>
            </a:extLst>
          </p:cNvPr>
          <p:cNvSpPr/>
          <p:nvPr/>
        </p:nvSpPr>
        <p:spPr bwMode="gray">
          <a:xfrm>
            <a:off x="7120326" y="1582990"/>
            <a:ext cx="137160" cy="137160"/>
          </a:xfrm>
          <a:prstGeom prst="diamond">
            <a:avLst/>
          </a:prstGeom>
          <a:solidFill>
            <a:schemeClr val="tx1"/>
          </a:solidFill>
          <a:ln>
            <a:noFill/>
          </a:ln>
        </p:spPr>
        <p:txBody>
          <a:bodyPr wrap="square" lIns="0" tIns="0" rIns="0" bIns="0" rtlCol="0"/>
          <a:lstStyle/>
          <a:p>
            <a:pPr marL="0" marR="0" lvl="0" indent="0" algn="l" defTabSz="806867" rtl="0" eaLnBrk="1" fontAlgn="base" latinLnBrk="0" hangingPunct="1">
              <a:lnSpc>
                <a:spcPct val="100000"/>
              </a:lnSpc>
              <a:spcBef>
                <a:spcPct val="0"/>
              </a:spcBef>
              <a:spcAft>
                <a:spcPct val="0"/>
              </a:spcAft>
              <a:buClrTx/>
              <a:buSzTx/>
              <a:buFontTx/>
              <a:buNone/>
              <a:tabLst/>
              <a:defRPr/>
            </a:pPr>
            <a:endParaRPr kumimoji="0" lang="en-US" sz="1412" b="0" i="0" u="none" strike="noStrike" kern="0" cap="none" spc="0" normalizeH="0" baseline="0" noProof="0">
              <a:ln>
                <a:noFill/>
              </a:ln>
              <a:solidFill>
                <a:srgbClr val="000000"/>
              </a:solidFill>
              <a:effectLst/>
              <a:uLnTx/>
              <a:uFillTx/>
              <a:latin typeface="Segoe UI"/>
              <a:ea typeface="+mn-ea"/>
              <a:cs typeface="Arial" panose="020B0604020202020204" pitchFamily="34" charset="0"/>
            </a:endParaRPr>
          </a:p>
        </p:txBody>
      </p:sp>
      <p:sp>
        <p:nvSpPr>
          <p:cNvPr id="32" name="Diamond 31">
            <a:extLst>
              <a:ext uri="{FF2B5EF4-FFF2-40B4-BE49-F238E27FC236}">
                <a16:creationId xmlns:a16="http://schemas.microsoft.com/office/drawing/2014/main" id="{22D38037-24D5-050F-9DF3-8D21EE3A90E4}"/>
              </a:ext>
            </a:extLst>
          </p:cNvPr>
          <p:cNvSpPr/>
          <p:nvPr/>
        </p:nvSpPr>
        <p:spPr bwMode="gray">
          <a:xfrm>
            <a:off x="7839565" y="1582990"/>
            <a:ext cx="137160" cy="137160"/>
          </a:xfrm>
          <a:prstGeom prst="diamond">
            <a:avLst/>
          </a:prstGeom>
          <a:solidFill>
            <a:schemeClr val="tx1"/>
          </a:solidFill>
          <a:ln>
            <a:noFill/>
          </a:ln>
        </p:spPr>
        <p:txBody>
          <a:bodyPr wrap="square" lIns="0" tIns="0" rIns="0" bIns="0" rtlCol="0"/>
          <a:lstStyle/>
          <a:p>
            <a:pPr marL="0" marR="0" lvl="0" indent="0" algn="l" defTabSz="806867" rtl="0" eaLnBrk="1" fontAlgn="base" latinLnBrk="0" hangingPunct="1">
              <a:lnSpc>
                <a:spcPct val="100000"/>
              </a:lnSpc>
              <a:spcBef>
                <a:spcPct val="0"/>
              </a:spcBef>
              <a:spcAft>
                <a:spcPct val="0"/>
              </a:spcAft>
              <a:buClrTx/>
              <a:buSzTx/>
              <a:buFontTx/>
              <a:buNone/>
              <a:tabLst/>
              <a:defRPr/>
            </a:pPr>
            <a:endParaRPr kumimoji="0" lang="en-US" sz="1412" b="0" i="0" u="none" strike="noStrike" kern="0" cap="none" spc="0" normalizeH="0" baseline="0" noProof="0">
              <a:ln>
                <a:noFill/>
              </a:ln>
              <a:solidFill>
                <a:srgbClr val="000000"/>
              </a:solidFill>
              <a:effectLst/>
              <a:uLnTx/>
              <a:uFillTx/>
              <a:latin typeface="Segoe UI"/>
              <a:ea typeface="+mn-ea"/>
              <a:cs typeface="Arial" panose="020B0604020202020204" pitchFamily="34" charset="0"/>
            </a:endParaRPr>
          </a:p>
        </p:txBody>
      </p:sp>
      <p:sp>
        <p:nvSpPr>
          <p:cNvPr id="33" name="Diamond 32">
            <a:extLst>
              <a:ext uri="{FF2B5EF4-FFF2-40B4-BE49-F238E27FC236}">
                <a16:creationId xmlns:a16="http://schemas.microsoft.com/office/drawing/2014/main" id="{856F70DB-3339-1346-E846-1636C7FEF932}"/>
              </a:ext>
            </a:extLst>
          </p:cNvPr>
          <p:cNvSpPr/>
          <p:nvPr/>
        </p:nvSpPr>
        <p:spPr bwMode="gray">
          <a:xfrm>
            <a:off x="8558804" y="1582990"/>
            <a:ext cx="137160" cy="137160"/>
          </a:xfrm>
          <a:prstGeom prst="diamond">
            <a:avLst/>
          </a:prstGeom>
          <a:solidFill>
            <a:schemeClr val="tx1"/>
          </a:solidFill>
          <a:ln>
            <a:noFill/>
          </a:ln>
        </p:spPr>
        <p:txBody>
          <a:bodyPr wrap="square" lIns="0" tIns="0" rIns="0" bIns="0" rtlCol="0"/>
          <a:lstStyle/>
          <a:p>
            <a:pPr marL="0" marR="0" lvl="0" indent="0" algn="l" defTabSz="806867" rtl="0" eaLnBrk="1" fontAlgn="base" latinLnBrk="0" hangingPunct="1">
              <a:lnSpc>
                <a:spcPct val="100000"/>
              </a:lnSpc>
              <a:spcBef>
                <a:spcPct val="0"/>
              </a:spcBef>
              <a:spcAft>
                <a:spcPct val="0"/>
              </a:spcAft>
              <a:buClrTx/>
              <a:buSzTx/>
              <a:buFontTx/>
              <a:buNone/>
              <a:tabLst/>
              <a:defRPr/>
            </a:pPr>
            <a:endParaRPr kumimoji="0" lang="en-US" sz="1412" b="0" i="0" u="none" strike="noStrike" kern="0" cap="none" spc="0" normalizeH="0" baseline="0" noProof="0">
              <a:ln>
                <a:noFill/>
              </a:ln>
              <a:solidFill>
                <a:srgbClr val="000000"/>
              </a:solidFill>
              <a:effectLst/>
              <a:uLnTx/>
              <a:uFillTx/>
              <a:latin typeface="Segoe UI"/>
              <a:ea typeface="+mn-ea"/>
              <a:cs typeface="Arial" panose="020B0604020202020204" pitchFamily="34" charset="0"/>
            </a:endParaRPr>
          </a:p>
        </p:txBody>
      </p:sp>
      <p:sp>
        <p:nvSpPr>
          <p:cNvPr id="34" name="Diamond 33">
            <a:extLst>
              <a:ext uri="{FF2B5EF4-FFF2-40B4-BE49-F238E27FC236}">
                <a16:creationId xmlns:a16="http://schemas.microsoft.com/office/drawing/2014/main" id="{EC26BCF7-FEE2-B76B-0D03-C2D409BE619E}"/>
              </a:ext>
            </a:extLst>
          </p:cNvPr>
          <p:cNvSpPr/>
          <p:nvPr/>
        </p:nvSpPr>
        <p:spPr bwMode="gray">
          <a:xfrm>
            <a:off x="9278043" y="1582990"/>
            <a:ext cx="137160" cy="137160"/>
          </a:xfrm>
          <a:prstGeom prst="diamond">
            <a:avLst/>
          </a:prstGeom>
          <a:solidFill>
            <a:schemeClr val="tx1"/>
          </a:solidFill>
          <a:ln>
            <a:noFill/>
          </a:ln>
        </p:spPr>
        <p:txBody>
          <a:bodyPr wrap="square" lIns="0" tIns="0" rIns="0" bIns="0" rtlCol="0"/>
          <a:lstStyle/>
          <a:p>
            <a:pPr marL="0" marR="0" lvl="0" indent="0" algn="l" defTabSz="806867" rtl="0" eaLnBrk="1" fontAlgn="base" latinLnBrk="0" hangingPunct="1">
              <a:lnSpc>
                <a:spcPct val="100000"/>
              </a:lnSpc>
              <a:spcBef>
                <a:spcPct val="0"/>
              </a:spcBef>
              <a:spcAft>
                <a:spcPct val="0"/>
              </a:spcAft>
              <a:buClrTx/>
              <a:buSzTx/>
              <a:buFontTx/>
              <a:buNone/>
              <a:tabLst/>
              <a:defRPr/>
            </a:pPr>
            <a:endParaRPr kumimoji="0" lang="en-US" sz="1412" b="0" i="0" u="none" strike="noStrike" kern="0" cap="none" spc="0" normalizeH="0" baseline="0" noProof="0">
              <a:ln>
                <a:noFill/>
              </a:ln>
              <a:solidFill>
                <a:srgbClr val="000000"/>
              </a:solidFill>
              <a:effectLst/>
              <a:uLnTx/>
              <a:uFillTx/>
              <a:latin typeface="Segoe UI"/>
              <a:ea typeface="+mn-ea"/>
              <a:cs typeface="Arial" panose="020B0604020202020204" pitchFamily="34" charset="0"/>
            </a:endParaRPr>
          </a:p>
        </p:txBody>
      </p:sp>
      <p:sp>
        <p:nvSpPr>
          <p:cNvPr id="37" name="Diamond 36">
            <a:extLst>
              <a:ext uri="{FF2B5EF4-FFF2-40B4-BE49-F238E27FC236}">
                <a16:creationId xmlns:a16="http://schemas.microsoft.com/office/drawing/2014/main" id="{588CEE08-95DC-B995-7CDC-5C1076922032}"/>
              </a:ext>
            </a:extLst>
          </p:cNvPr>
          <p:cNvSpPr/>
          <p:nvPr/>
        </p:nvSpPr>
        <p:spPr bwMode="gray">
          <a:xfrm>
            <a:off x="9997282" y="1582990"/>
            <a:ext cx="137160" cy="137160"/>
          </a:xfrm>
          <a:prstGeom prst="diamond">
            <a:avLst/>
          </a:prstGeom>
          <a:solidFill>
            <a:schemeClr val="tx1"/>
          </a:solidFill>
          <a:ln>
            <a:noFill/>
          </a:ln>
        </p:spPr>
        <p:txBody>
          <a:bodyPr wrap="square" lIns="0" tIns="0" rIns="0" bIns="0" rtlCol="0"/>
          <a:lstStyle/>
          <a:p>
            <a:pPr marL="0" marR="0" lvl="0" indent="0" algn="l" defTabSz="806867" rtl="0" eaLnBrk="1" fontAlgn="base" latinLnBrk="0" hangingPunct="1">
              <a:lnSpc>
                <a:spcPct val="100000"/>
              </a:lnSpc>
              <a:spcBef>
                <a:spcPct val="0"/>
              </a:spcBef>
              <a:spcAft>
                <a:spcPct val="0"/>
              </a:spcAft>
              <a:buClrTx/>
              <a:buSzTx/>
              <a:buFontTx/>
              <a:buNone/>
              <a:tabLst/>
              <a:defRPr/>
            </a:pPr>
            <a:endParaRPr kumimoji="0" lang="en-US" sz="1412" b="0" i="0" u="none" strike="noStrike" kern="0" cap="none" spc="0" normalizeH="0" baseline="0" noProof="0">
              <a:ln>
                <a:noFill/>
              </a:ln>
              <a:solidFill>
                <a:srgbClr val="000000"/>
              </a:solidFill>
              <a:effectLst/>
              <a:uLnTx/>
              <a:uFillTx/>
              <a:latin typeface="Segoe UI"/>
              <a:ea typeface="+mn-ea"/>
              <a:cs typeface="Arial" panose="020B0604020202020204" pitchFamily="34" charset="0"/>
            </a:endParaRPr>
          </a:p>
        </p:txBody>
      </p:sp>
      <p:sp>
        <p:nvSpPr>
          <p:cNvPr id="38" name="Diamond 37">
            <a:extLst>
              <a:ext uri="{FF2B5EF4-FFF2-40B4-BE49-F238E27FC236}">
                <a16:creationId xmlns:a16="http://schemas.microsoft.com/office/drawing/2014/main" id="{244E8DC9-B62B-3F89-D725-13B52D0A14EB}"/>
              </a:ext>
            </a:extLst>
          </p:cNvPr>
          <p:cNvSpPr/>
          <p:nvPr/>
        </p:nvSpPr>
        <p:spPr bwMode="gray">
          <a:xfrm>
            <a:off x="10716521" y="1582990"/>
            <a:ext cx="137160" cy="137160"/>
          </a:xfrm>
          <a:prstGeom prst="diamond">
            <a:avLst/>
          </a:prstGeom>
          <a:solidFill>
            <a:schemeClr val="tx1"/>
          </a:solidFill>
          <a:ln>
            <a:noFill/>
          </a:ln>
        </p:spPr>
        <p:txBody>
          <a:bodyPr wrap="square" lIns="0" tIns="0" rIns="0" bIns="0" rtlCol="0"/>
          <a:lstStyle/>
          <a:p>
            <a:pPr marL="0" marR="0" lvl="0" indent="0" algn="l" defTabSz="806867" rtl="0" eaLnBrk="1" fontAlgn="base" latinLnBrk="0" hangingPunct="1">
              <a:lnSpc>
                <a:spcPct val="100000"/>
              </a:lnSpc>
              <a:spcBef>
                <a:spcPct val="0"/>
              </a:spcBef>
              <a:spcAft>
                <a:spcPct val="0"/>
              </a:spcAft>
              <a:buClrTx/>
              <a:buSzTx/>
              <a:buFontTx/>
              <a:buNone/>
              <a:tabLst/>
              <a:defRPr/>
            </a:pPr>
            <a:endParaRPr kumimoji="0" lang="en-US" sz="1412" b="0" i="0" u="none" strike="noStrike" kern="0" cap="none" spc="0" normalizeH="0" baseline="0" noProof="0">
              <a:ln>
                <a:noFill/>
              </a:ln>
              <a:solidFill>
                <a:srgbClr val="000000"/>
              </a:solidFill>
              <a:effectLst/>
              <a:uLnTx/>
              <a:uFillTx/>
              <a:latin typeface="Segoe UI"/>
              <a:ea typeface="+mn-ea"/>
              <a:cs typeface="Arial" panose="020B0604020202020204" pitchFamily="34" charset="0"/>
            </a:endParaRPr>
          </a:p>
        </p:txBody>
      </p:sp>
      <p:sp>
        <p:nvSpPr>
          <p:cNvPr id="39" name="Diamond 38">
            <a:extLst>
              <a:ext uri="{FF2B5EF4-FFF2-40B4-BE49-F238E27FC236}">
                <a16:creationId xmlns:a16="http://schemas.microsoft.com/office/drawing/2014/main" id="{E1C7071D-5E21-B7C9-7214-82285B3BAB91}"/>
              </a:ext>
            </a:extLst>
          </p:cNvPr>
          <p:cNvSpPr/>
          <p:nvPr/>
        </p:nvSpPr>
        <p:spPr bwMode="gray">
          <a:xfrm>
            <a:off x="11435759" y="1582990"/>
            <a:ext cx="137160" cy="137160"/>
          </a:xfrm>
          <a:prstGeom prst="diamond">
            <a:avLst/>
          </a:prstGeom>
          <a:solidFill>
            <a:schemeClr val="tx1"/>
          </a:solidFill>
          <a:ln>
            <a:noFill/>
          </a:ln>
        </p:spPr>
        <p:txBody>
          <a:bodyPr wrap="square" lIns="0" tIns="0" rIns="0" bIns="0" rtlCol="0"/>
          <a:lstStyle/>
          <a:p>
            <a:pPr marL="0" marR="0" lvl="0" indent="0" algn="l" defTabSz="806867" rtl="0" eaLnBrk="1" fontAlgn="base" latinLnBrk="0" hangingPunct="1">
              <a:lnSpc>
                <a:spcPct val="100000"/>
              </a:lnSpc>
              <a:spcBef>
                <a:spcPct val="0"/>
              </a:spcBef>
              <a:spcAft>
                <a:spcPct val="0"/>
              </a:spcAft>
              <a:buClrTx/>
              <a:buSzTx/>
              <a:buFontTx/>
              <a:buNone/>
              <a:tabLst/>
              <a:defRPr/>
            </a:pPr>
            <a:endParaRPr kumimoji="0" lang="en-US" sz="1412" b="0" i="0" u="none" strike="noStrike" kern="0" cap="none" spc="0" normalizeH="0" baseline="0" noProof="0">
              <a:ln>
                <a:noFill/>
              </a:ln>
              <a:solidFill>
                <a:srgbClr val="000000"/>
              </a:solidFill>
              <a:effectLst/>
              <a:uLnTx/>
              <a:uFillTx/>
              <a:latin typeface="Segoe UI"/>
              <a:ea typeface="+mn-ea"/>
              <a:cs typeface="Arial" panose="020B0604020202020204" pitchFamily="34" charset="0"/>
            </a:endParaRPr>
          </a:p>
        </p:txBody>
      </p:sp>
      <p:sp>
        <p:nvSpPr>
          <p:cNvPr id="28" name="Diamond 27">
            <a:extLst>
              <a:ext uri="{FF2B5EF4-FFF2-40B4-BE49-F238E27FC236}">
                <a16:creationId xmlns:a16="http://schemas.microsoft.com/office/drawing/2014/main" id="{AF34637D-38D5-7020-FD0B-4858E4F3707C}"/>
              </a:ext>
            </a:extLst>
          </p:cNvPr>
          <p:cNvSpPr/>
          <p:nvPr/>
        </p:nvSpPr>
        <p:spPr bwMode="gray">
          <a:xfrm>
            <a:off x="3524131" y="1582990"/>
            <a:ext cx="137160" cy="137160"/>
          </a:xfrm>
          <a:prstGeom prst="diamond">
            <a:avLst/>
          </a:prstGeom>
          <a:solidFill>
            <a:schemeClr val="tx1"/>
          </a:solidFill>
          <a:ln>
            <a:noFill/>
          </a:ln>
        </p:spPr>
        <p:txBody>
          <a:bodyPr wrap="square" lIns="0" tIns="0" rIns="0" bIns="0" rtlCol="0"/>
          <a:lstStyle/>
          <a:p>
            <a:pPr marL="0" marR="0" lvl="0" indent="0" algn="l" defTabSz="806867" rtl="0" eaLnBrk="1" fontAlgn="base" latinLnBrk="0" hangingPunct="1">
              <a:lnSpc>
                <a:spcPct val="100000"/>
              </a:lnSpc>
              <a:spcBef>
                <a:spcPct val="0"/>
              </a:spcBef>
              <a:spcAft>
                <a:spcPct val="0"/>
              </a:spcAft>
              <a:buClrTx/>
              <a:buSzTx/>
              <a:buFontTx/>
              <a:buNone/>
              <a:tabLst/>
              <a:defRPr/>
            </a:pPr>
            <a:endParaRPr kumimoji="0" lang="en-US" sz="1412" b="0" i="0" u="none" strike="noStrike" kern="0" cap="none" spc="0" normalizeH="0" baseline="0" noProof="0">
              <a:ln>
                <a:noFill/>
              </a:ln>
              <a:solidFill>
                <a:srgbClr val="000000"/>
              </a:solidFill>
              <a:effectLst/>
              <a:uLnTx/>
              <a:uFillTx/>
              <a:latin typeface="Segoe UI"/>
              <a:ea typeface="+mn-ea"/>
              <a:cs typeface="Arial" panose="020B0604020202020204" pitchFamily="34" charset="0"/>
            </a:endParaRPr>
          </a:p>
        </p:txBody>
      </p:sp>
      <p:sp>
        <p:nvSpPr>
          <p:cNvPr id="41" name="Diamond 40">
            <a:extLst>
              <a:ext uri="{FF2B5EF4-FFF2-40B4-BE49-F238E27FC236}">
                <a16:creationId xmlns:a16="http://schemas.microsoft.com/office/drawing/2014/main" id="{44201843-3609-EE65-570E-9FDE11687490}"/>
              </a:ext>
            </a:extLst>
          </p:cNvPr>
          <p:cNvSpPr/>
          <p:nvPr/>
        </p:nvSpPr>
        <p:spPr bwMode="gray">
          <a:xfrm>
            <a:off x="5681848" y="1582990"/>
            <a:ext cx="137160" cy="137160"/>
          </a:xfrm>
          <a:prstGeom prst="diamond">
            <a:avLst/>
          </a:prstGeom>
          <a:solidFill>
            <a:schemeClr val="tx1"/>
          </a:solidFill>
          <a:ln>
            <a:noFill/>
          </a:ln>
        </p:spPr>
        <p:txBody>
          <a:bodyPr wrap="square" lIns="0" tIns="0" rIns="0" bIns="0" rtlCol="0"/>
          <a:lstStyle/>
          <a:p>
            <a:pPr marL="0" marR="0" lvl="0" indent="0" algn="l" defTabSz="806867" rtl="0" eaLnBrk="1" fontAlgn="base" latinLnBrk="0" hangingPunct="1">
              <a:lnSpc>
                <a:spcPct val="100000"/>
              </a:lnSpc>
              <a:spcBef>
                <a:spcPct val="0"/>
              </a:spcBef>
              <a:spcAft>
                <a:spcPct val="0"/>
              </a:spcAft>
              <a:buClrTx/>
              <a:buSzTx/>
              <a:buFontTx/>
              <a:buNone/>
              <a:tabLst/>
              <a:defRPr/>
            </a:pPr>
            <a:endParaRPr kumimoji="0" lang="en-US" sz="1412" b="0" i="0" u="none" strike="noStrike" kern="0" cap="none" spc="0" normalizeH="0" baseline="0" noProof="0">
              <a:ln>
                <a:noFill/>
              </a:ln>
              <a:solidFill>
                <a:srgbClr val="000000"/>
              </a:solidFill>
              <a:effectLst/>
              <a:uLnTx/>
              <a:uFillTx/>
              <a:latin typeface="Segoe UI"/>
              <a:ea typeface="+mn-ea"/>
              <a:cs typeface="Arial" panose="020B0604020202020204" pitchFamily="34" charset="0"/>
            </a:endParaRPr>
          </a:p>
        </p:txBody>
      </p:sp>
      <p:sp>
        <p:nvSpPr>
          <p:cNvPr id="67" name="Rectangle 66">
            <a:extLst>
              <a:ext uri="{FF2B5EF4-FFF2-40B4-BE49-F238E27FC236}">
                <a16:creationId xmlns:a16="http://schemas.microsoft.com/office/drawing/2014/main" id="{6E6C791F-1955-153C-633A-B1F2801A1F70}"/>
              </a:ext>
            </a:extLst>
          </p:cNvPr>
          <p:cNvSpPr/>
          <p:nvPr/>
        </p:nvSpPr>
        <p:spPr>
          <a:xfrm>
            <a:off x="11748408" y="6969579"/>
            <a:ext cx="285750" cy="20955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a:ln>
                  <a:noFill/>
                </a:ln>
                <a:solidFill>
                  <a:srgbClr val="53565A"/>
                </a:solidFill>
                <a:effectLst/>
                <a:uLnTx/>
                <a:uFillTx/>
                <a:latin typeface="Segoe UI"/>
                <a:ea typeface="+mn-ea"/>
                <a:cs typeface="Arial" panose="020B0604020202020204" pitchFamily="34" charset="0"/>
              </a:rPr>
              <a:t>4</a:t>
            </a:r>
            <a:endParaRPr kumimoji="0" lang="en-CA" sz="900" b="0" i="1" u="none" strike="noStrike" kern="1200" cap="none" spc="0" normalizeH="0" baseline="0" noProof="0">
              <a:ln>
                <a:noFill/>
              </a:ln>
              <a:solidFill>
                <a:srgbClr val="53565A"/>
              </a:solidFill>
              <a:effectLst/>
              <a:uLnTx/>
              <a:uFillTx/>
              <a:latin typeface="Segoe UI"/>
              <a:ea typeface="+mn-ea"/>
              <a:cs typeface="Arial" panose="020B0604020202020204" pitchFamily="34" charset="0"/>
            </a:endParaRPr>
          </a:p>
        </p:txBody>
      </p:sp>
      <p:sp>
        <p:nvSpPr>
          <p:cNvPr id="54" name="Diamond 53">
            <a:extLst>
              <a:ext uri="{FF2B5EF4-FFF2-40B4-BE49-F238E27FC236}">
                <a16:creationId xmlns:a16="http://schemas.microsoft.com/office/drawing/2014/main" id="{AC9C66DC-EE9C-0B62-447E-04184C5816FC}"/>
              </a:ext>
            </a:extLst>
          </p:cNvPr>
          <p:cNvSpPr/>
          <p:nvPr/>
        </p:nvSpPr>
        <p:spPr bwMode="gray">
          <a:xfrm>
            <a:off x="4962609" y="1582990"/>
            <a:ext cx="137160" cy="137160"/>
          </a:xfrm>
          <a:prstGeom prst="diamond">
            <a:avLst/>
          </a:prstGeom>
          <a:solidFill>
            <a:schemeClr val="tx1"/>
          </a:solidFill>
          <a:ln>
            <a:noFill/>
          </a:ln>
        </p:spPr>
        <p:txBody>
          <a:bodyPr wrap="square" lIns="0" tIns="0" rIns="0" bIns="0" rtlCol="0"/>
          <a:lstStyle/>
          <a:p>
            <a:pPr marL="0" marR="0" lvl="0" indent="0" algn="l" defTabSz="806867" rtl="0" eaLnBrk="1" fontAlgn="base" latinLnBrk="0" hangingPunct="1">
              <a:lnSpc>
                <a:spcPct val="100000"/>
              </a:lnSpc>
              <a:spcBef>
                <a:spcPct val="0"/>
              </a:spcBef>
              <a:spcAft>
                <a:spcPct val="0"/>
              </a:spcAft>
              <a:buClrTx/>
              <a:buSzTx/>
              <a:buFontTx/>
              <a:buNone/>
              <a:tabLst/>
              <a:defRPr/>
            </a:pPr>
            <a:endParaRPr kumimoji="0" lang="en-US" sz="1412" b="0" i="0" u="none" strike="noStrike" kern="0" cap="none" spc="0" normalizeH="0" baseline="0" noProof="0">
              <a:ln>
                <a:noFill/>
              </a:ln>
              <a:solidFill>
                <a:srgbClr val="000000"/>
              </a:solidFill>
              <a:effectLst/>
              <a:uLnTx/>
              <a:uFillTx/>
              <a:latin typeface="Segoe UI"/>
              <a:ea typeface="+mn-ea"/>
              <a:cs typeface="Arial" panose="020B0604020202020204" pitchFamily="34" charset="0"/>
            </a:endParaRPr>
          </a:p>
        </p:txBody>
      </p:sp>
      <p:sp>
        <p:nvSpPr>
          <p:cNvPr id="69" name="Diamond 68">
            <a:extLst>
              <a:ext uri="{FF2B5EF4-FFF2-40B4-BE49-F238E27FC236}">
                <a16:creationId xmlns:a16="http://schemas.microsoft.com/office/drawing/2014/main" id="{E47F17ED-3A71-FFA1-5C07-4D0BEE0951C0}"/>
              </a:ext>
            </a:extLst>
          </p:cNvPr>
          <p:cNvSpPr/>
          <p:nvPr/>
        </p:nvSpPr>
        <p:spPr bwMode="gray">
          <a:xfrm>
            <a:off x="4243370" y="1582990"/>
            <a:ext cx="137160" cy="137160"/>
          </a:xfrm>
          <a:prstGeom prst="diamond">
            <a:avLst/>
          </a:prstGeom>
          <a:solidFill>
            <a:schemeClr val="tx1"/>
          </a:solidFill>
          <a:ln>
            <a:noFill/>
          </a:ln>
        </p:spPr>
        <p:txBody>
          <a:bodyPr wrap="square" lIns="0" tIns="0" rIns="0" bIns="0" rtlCol="0"/>
          <a:lstStyle/>
          <a:p>
            <a:pPr marL="0" marR="0" lvl="0" indent="0" algn="l" defTabSz="806867" rtl="0" eaLnBrk="1" fontAlgn="base" latinLnBrk="0" hangingPunct="1">
              <a:lnSpc>
                <a:spcPct val="100000"/>
              </a:lnSpc>
              <a:spcBef>
                <a:spcPct val="0"/>
              </a:spcBef>
              <a:spcAft>
                <a:spcPct val="0"/>
              </a:spcAft>
              <a:buClrTx/>
              <a:buSzTx/>
              <a:buFontTx/>
              <a:buNone/>
              <a:tabLst/>
              <a:defRPr/>
            </a:pPr>
            <a:endParaRPr kumimoji="0" lang="en-US" sz="1412" b="0" i="0" u="none" strike="noStrike" kern="0" cap="none" spc="0" normalizeH="0" baseline="0" noProof="0">
              <a:ln>
                <a:noFill/>
              </a:ln>
              <a:solidFill>
                <a:srgbClr val="000000"/>
              </a:solidFill>
              <a:effectLst/>
              <a:uLnTx/>
              <a:uFillTx/>
              <a:latin typeface="Segoe UI"/>
              <a:ea typeface="+mn-ea"/>
              <a:cs typeface="Arial" panose="020B0604020202020204" pitchFamily="34" charset="0"/>
            </a:endParaRPr>
          </a:p>
        </p:txBody>
      </p:sp>
      <p:sp>
        <p:nvSpPr>
          <p:cNvPr id="71" name="Diamond 70">
            <a:extLst>
              <a:ext uri="{FF2B5EF4-FFF2-40B4-BE49-F238E27FC236}">
                <a16:creationId xmlns:a16="http://schemas.microsoft.com/office/drawing/2014/main" id="{8DBB5D32-E00F-D4EB-645C-46BD6F3D3310}"/>
              </a:ext>
            </a:extLst>
          </p:cNvPr>
          <p:cNvSpPr/>
          <p:nvPr/>
        </p:nvSpPr>
        <p:spPr bwMode="gray">
          <a:xfrm>
            <a:off x="2804892" y="1582990"/>
            <a:ext cx="137160" cy="137160"/>
          </a:xfrm>
          <a:prstGeom prst="diamond">
            <a:avLst/>
          </a:prstGeom>
          <a:solidFill>
            <a:schemeClr val="tx1"/>
          </a:solidFill>
          <a:ln>
            <a:noFill/>
          </a:ln>
        </p:spPr>
        <p:txBody>
          <a:bodyPr wrap="square" lIns="0" tIns="0" rIns="0" bIns="0" rtlCol="0"/>
          <a:lstStyle/>
          <a:p>
            <a:pPr marL="0" marR="0" lvl="0" indent="0" algn="l" defTabSz="806867" rtl="0" eaLnBrk="1" fontAlgn="base" latinLnBrk="0" hangingPunct="1">
              <a:lnSpc>
                <a:spcPct val="100000"/>
              </a:lnSpc>
              <a:spcBef>
                <a:spcPct val="0"/>
              </a:spcBef>
              <a:spcAft>
                <a:spcPct val="0"/>
              </a:spcAft>
              <a:buClrTx/>
              <a:buSzTx/>
              <a:buFontTx/>
              <a:buNone/>
              <a:tabLst/>
              <a:defRPr/>
            </a:pPr>
            <a:endParaRPr kumimoji="0" lang="en-US" sz="1412" b="0" i="0" u="none" strike="noStrike" kern="0" cap="none" spc="0" normalizeH="0" baseline="0" noProof="0">
              <a:ln>
                <a:noFill/>
              </a:ln>
              <a:solidFill>
                <a:srgbClr val="000000"/>
              </a:solidFill>
              <a:effectLst/>
              <a:uLnTx/>
              <a:uFillTx/>
              <a:latin typeface="Segoe UI"/>
              <a:ea typeface="+mn-ea"/>
              <a:cs typeface="Arial" panose="020B0604020202020204" pitchFamily="34" charset="0"/>
            </a:endParaRPr>
          </a:p>
        </p:txBody>
      </p:sp>
      <p:sp>
        <p:nvSpPr>
          <p:cNvPr id="73" name="Diamond 72">
            <a:extLst>
              <a:ext uri="{FF2B5EF4-FFF2-40B4-BE49-F238E27FC236}">
                <a16:creationId xmlns:a16="http://schemas.microsoft.com/office/drawing/2014/main" id="{B255C773-CEE3-D8AB-C7FB-504FA07C4104}"/>
              </a:ext>
            </a:extLst>
          </p:cNvPr>
          <p:cNvSpPr/>
          <p:nvPr/>
        </p:nvSpPr>
        <p:spPr bwMode="gray">
          <a:xfrm>
            <a:off x="2085653" y="1582990"/>
            <a:ext cx="137160" cy="137160"/>
          </a:xfrm>
          <a:prstGeom prst="diamond">
            <a:avLst/>
          </a:prstGeom>
          <a:solidFill>
            <a:schemeClr val="tx1"/>
          </a:solidFill>
          <a:ln>
            <a:noFill/>
          </a:ln>
        </p:spPr>
        <p:txBody>
          <a:bodyPr wrap="square" lIns="0" tIns="0" rIns="0" bIns="0" rtlCol="0"/>
          <a:lstStyle/>
          <a:p>
            <a:pPr marL="0" marR="0" lvl="0" indent="0" algn="l" defTabSz="806867" rtl="0" eaLnBrk="1" fontAlgn="base" latinLnBrk="0" hangingPunct="1">
              <a:lnSpc>
                <a:spcPct val="100000"/>
              </a:lnSpc>
              <a:spcBef>
                <a:spcPct val="0"/>
              </a:spcBef>
              <a:spcAft>
                <a:spcPct val="0"/>
              </a:spcAft>
              <a:buClrTx/>
              <a:buSzTx/>
              <a:buFontTx/>
              <a:buNone/>
              <a:tabLst/>
              <a:defRPr/>
            </a:pPr>
            <a:endParaRPr kumimoji="0" lang="en-US" sz="1412" b="0" i="0" u="none" strike="noStrike" kern="0" cap="none" spc="0" normalizeH="0" baseline="0" noProof="0">
              <a:ln>
                <a:noFill/>
              </a:ln>
              <a:solidFill>
                <a:srgbClr val="000000"/>
              </a:solidFill>
              <a:effectLst/>
              <a:uLnTx/>
              <a:uFillTx/>
              <a:latin typeface="Segoe UI"/>
              <a:ea typeface="+mn-ea"/>
              <a:cs typeface="Arial" panose="020B0604020202020204" pitchFamily="34" charset="0"/>
            </a:endParaRPr>
          </a:p>
        </p:txBody>
      </p:sp>
      <p:grpSp>
        <p:nvGrpSpPr>
          <p:cNvPr id="157" name="Group 156">
            <a:extLst>
              <a:ext uri="{FF2B5EF4-FFF2-40B4-BE49-F238E27FC236}">
                <a16:creationId xmlns:a16="http://schemas.microsoft.com/office/drawing/2014/main" id="{7D58A11F-6C70-027A-FE29-2218D1B6100C}"/>
              </a:ext>
            </a:extLst>
          </p:cNvPr>
          <p:cNvGrpSpPr/>
          <p:nvPr/>
        </p:nvGrpSpPr>
        <p:grpSpPr>
          <a:xfrm>
            <a:off x="150876" y="1873610"/>
            <a:ext cx="11712423" cy="1121623"/>
            <a:chOff x="303276" y="1842837"/>
            <a:chExt cx="11712423" cy="1305168"/>
          </a:xfrm>
        </p:grpSpPr>
        <p:sp>
          <p:nvSpPr>
            <p:cNvPr id="91" name="Shape 49">
              <a:extLst>
                <a:ext uri="{FF2B5EF4-FFF2-40B4-BE49-F238E27FC236}">
                  <a16:creationId xmlns:a16="http://schemas.microsoft.com/office/drawing/2014/main" id="{D1F969AD-794A-DBF5-1F69-A80E03F12BD5}"/>
                </a:ext>
              </a:extLst>
            </p:cNvPr>
            <p:cNvSpPr/>
            <p:nvPr/>
          </p:nvSpPr>
          <p:spPr>
            <a:xfrm>
              <a:off x="303276" y="1842837"/>
              <a:ext cx="1555452" cy="1305168"/>
            </a:xfrm>
            <a:prstGeom prst="roundRect">
              <a:avLst>
                <a:gd name="adj" fmla="val 3947"/>
              </a:avLst>
            </a:prstGeom>
            <a:solidFill>
              <a:schemeClr val="accent1">
                <a:lumMod val="50000"/>
              </a:schemeClr>
            </a:solidFill>
            <a:ln/>
          </p:spPr>
          <p:txBody>
            <a:bodyPr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Segoe UI"/>
                  <a:ea typeface="Open Sans" panose="020B0606030504020204" pitchFamily="34" charset="0"/>
                  <a:cs typeface="Open Sans" panose="020B0606030504020204" pitchFamily="34" charset="0"/>
                </a:rPr>
                <a:t>Fraud</a:t>
              </a:r>
              <a:endParaRPr kumimoji="0" lang="en-US" sz="1200" b="0" i="0" u="none" strike="noStrike" kern="1200" cap="none" spc="0" normalizeH="0" baseline="0" noProof="0">
                <a:ln>
                  <a:noFill/>
                </a:ln>
                <a:solidFill>
                  <a:srgbClr val="53565A"/>
                </a:solidFill>
                <a:effectLst/>
                <a:uLnTx/>
                <a:uFillTx/>
                <a:latin typeface="Segoe UI"/>
                <a:ea typeface="Open Sans" panose="020B0606030504020204" pitchFamily="34" charset="0"/>
                <a:cs typeface="Open Sans" panose="020B0606030504020204" pitchFamily="34" charset="0"/>
              </a:endParaRPr>
            </a:p>
          </p:txBody>
        </p:sp>
        <p:grpSp>
          <p:nvGrpSpPr>
            <p:cNvPr id="146" name="Group 145">
              <a:extLst>
                <a:ext uri="{FF2B5EF4-FFF2-40B4-BE49-F238E27FC236}">
                  <a16:creationId xmlns:a16="http://schemas.microsoft.com/office/drawing/2014/main" id="{1AC3CFE8-7962-95DE-B56F-ADABD65399EE}"/>
                </a:ext>
              </a:extLst>
            </p:cNvPr>
            <p:cNvGrpSpPr/>
            <p:nvPr/>
          </p:nvGrpSpPr>
          <p:grpSpPr>
            <a:xfrm>
              <a:off x="3362325" y="2318807"/>
              <a:ext cx="6486525" cy="360000"/>
              <a:chOff x="3362325" y="2212806"/>
              <a:chExt cx="6486525" cy="360000"/>
            </a:xfrm>
            <a:solidFill>
              <a:srgbClr val="4F0F86"/>
            </a:solidFill>
          </p:grpSpPr>
          <p:sp>
            <p:nvSpPr>
              <p:cNvPr id="119" name="Shape 39">
                <a:extLst>
                  <a:ext uri="{FF2B5EF4-FFF2-40B4-BE49-F238E27FC236}">
                    <a16:creationId xmlns:a16="http://schemas.microsoft.com/office/drawing/2014/main" id="{2C039623-BE4D-4B11-9747-FD8488D26D78}"/>
                  </a:ext>
                </a:extLst>
              </p:cNvPr>
              <p:cNvSpPr/>
              <p:nvPr/>
            </p:nvSpPr>
            <p:spPr>
              <a:xfrm>
                <a:off x="3362325" y="2212806"/>
                <a:ext cx="2873584" cy="360000"/>
              </a:xfrm>
              <a:prstGeom prst="chevron">
                <a:avLst/>
              </a:prstGeom>
              <a:grpFill/>
              <a:ln/>
            </p:spPr>
            <p:txBody>
              <a:bodyPr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noProof="0" dirty="0">
                    <a:ln>
                      <a:noFill/>
                    </a:ln>
                    <a:solidFill>
                      <a:prstClr val="white"/>
                    </a:solidFill>
                    <a:effectLst/>
                    <a:uLnTx/>
                    <a:uFillTx/>
                    <a:latin typeface="Segoe UI"/>
                    <a:ea typeface="Open Sans" panose="020B0606030504020204" pitchFamily="34" charset="0"/>
                    <a:cs typeface="Open Sans" panose="020B0606030504020204" pitchFamily="34" charset="0"/>
                  </a:rPr>
                  <a:t>2. Design DataVisor Monitoring Requirements</a:t>
                </a:r>
              </a:p>
            </p:txBody>
          </p:sp>
          <p:sp>
            <p:nvSpPr>
              <p:cNvPr id="121" name="Shape 39">
                <a:extLst>
                  <a:ext uri="{FF2B5EF4-FFF2-40B4-BE49-F238E27FC236}">
                    <a16:creationId xmlns:a16="http://schemas.microsoft.com/office/drawing/2014/main" id="{ABF07AD3-BEA7-293B-8883-81F63D8EB038}"/>
                  </a:ext>
                </a:extLst>
              </p:cNvPr>
              <p:cNvSpPr/>
              <p:nvPr/>
            </p:nvSpPr>
            <p:spPr>
              <a:xfrm>
                <a:off x="6235908" y="2212806"/>
                <a:ext cx="3612942" cy="360000"/>
              </a:xfrm>
              <a:prstGeom prst="chevron">
                <a:avLst/>
              </a:prstGeom>
              <a:grpFill/>
              <a:ln/>
            </p:spPr>
            <p:txBody>
              <a:bodyPr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noProof="0" dirty="0">
                    <a:ln>
                      <a:noFill/>
                    </a:ln>
                    <a:solidFill>
                      <a:prstClr val="white"/>
                    </a:solidFill>
                    <a:effectLst/>
                    <a:uLnTx/>
                    <a:uFillTx/>
                    <a:latin typeface="Segoe UI"/>
                    <a:ea typeface="Open Sans" panose="020B0606030504020204" pitchFamily="34" charset="0"/>
                    <a:cs typeface="Open Sans" panose="020B0606030504020204" pitchFamily="34" charset="0"/>
                  </a:rPr>
                  <a:t>3. Develop Everlink -&gt; DataVisor Transition Roadmap</a:t>
                </a:r>
              </a:p>
            </p:txBody>
          </p:sp>
        </p:grpSp>
        <p:sp>
          <p:nvSpPr>
            <p:cNvPr id="117" name="Shape 39">
              <a:extLst>
                <a:ext uri="{FF2B5EF4-FFF2-40B4-BE49-F238E27FC236}">
                  <a16:creationId xmlns:a16="http://schemas.microsoft.com/office/drawing/2014/main" id="{FEFAC4A7-DC35-F850-AE20-54B69254CBC0}"/>
                </a:ext>
              </a:extLst>
            </p:cNvPr>
            <p:cNvSpPr/>
            <p:nvPr/>
          </p:nvSpPr>
          <p:spPr>
            <a:xfrm>
              <a:off x="1937940" y="1877610"/>
              <a:ext cx="4297968" cy="360000"/>
            </a:xfrm>
            <a:prstGeom prst="chevron">
              <a:avLst/>
            </a:prstGeom>
            <a:solidFill>
              <a:srgbClr val="4F0F86"/>
            </a:solidFill>
            <a:ln/>
          </p:spPr>
          <p:txBody>
            <a:bodyPr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noProof="0" dirty="0">
                  <a:ln>
                    <a:noFill/>
                  </a:ln>
                  <a:solidFill>
                    <a:prstClr val="white"/>
                  </a:solidFill>
                  <a:effectLst/>
                  <a:uLnTx/>
                  <a:uFillTx/>
                  <a:latin typeface="Segoe UI"/>
                  <a:ea typeface="Open Sans" panose="020B0606030504020204" pitchFamily="34" charset="0"/>
                  <a:cs typeface="Open Sans" panose="020B0606030504020204" pitchFamily="34" charset="0"/>
                </a:rPr>
                <a:t>1. Design and Document Fraud Investigation Operating Model &amp; Process</a:t>
              </a:r>
            </a:p>
          </p:txBody>
        </p:sp>
        <p:sp>
          <p:nvSpPr>
            <p:cNvPr id="123" name="Shape 39">
              <a:extLst>
                <a:ext uri="{FF2B5EF4-FFF2-40B4-BE49-F238E27FC236}">
                  <a16:creationId xmlns:a16="http://schemas.microsoft.com/office/drawing/2014/main" id="{E1224E62-7B74-9291-8D0C-0A07F824D550}"/>
                </a:ext>
              </a:extLst>
            </p:cNvPr>
            <p:cNvSpPr/>
            <p:nvPr/>
          </p:nvSpPr>
          <p:spPr>
            <a:xfrm>
              <a:off x="8775699" y="1877610"/>
              <a:ext cx="3240000" cy="360000"/>
            </a:xfrm>
            <a:prstGeom prst="chevron">
              <a:avLst/>
            </a:prstGeom>
            <a:solidFill>
              <a:srgbClr val="4F0F86"/>
            </a:solidFill>
            <a:ln/>
          </p:spPr>
          <p:txBody>
            <a:bodyPr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noProof="0" dirty="0">
                  <a:ln>
                    <a:noFill/>
                  </a:ln>
                  <a:solidFill>
                    <a:prstClr val="white"/>
                  </a:solidFill>
                  <a:effectLst/>
                  <a:uLnTx/>
                  <a:uFillTx/>
                  <a:latin typeface="Segoe UI"/>
                  <a:ea typeface="Open Sans" panose="020B0606030504020204" pitchFamily="34" charset="0"/>
                  <a:cs typeface="Open Sans" panose="020B0606030504020204" pitchFamily="34" charset="0"/>
                </a:rPr>
                <a:t>4. Develop Analytics-driven Fraud Detection Process </a:t>
              </a:r>
            </a:p>
          </p:txBody>
        </p:sp>
        <p:sp>
          <p:nvSpPr>
            <p:cNvPr id="125" name="Shape 39">
              <a:extLst>
                <a:ext uri="{FF2B5EF4-FFF2-40B4-BE49-F238E27FC236}">
                  <a16:creationId xmlns:a16="http://schemas.microsoft.com/office/drawing/2014/main" id="{AF857A3A-8E16-328D-E864-F832A7682D8E}"/>
                </a:ext>
              </a:extLst>
            </p:cNvPr>
            <p:cNvSpPr/>
            <p:nvPr/>
          </p:nvSpPr>
          <p:spPr>
            <a:xfrm>
              <a:off x="9496425" y="2753234"/>
              <a:ext cx="2160000" cy="360000"/>
            </a:xfrm>
            <a:prstGeom prst="chevron">
              <a:avLst/>
            </a:prstGeom>
            <a:solidFill>
              <a:srgbClr val="4F0F86"/>
            </a:solidFill>
            <a:ln/>
          </p:spPr>
          <p:txBody>
            <a:bodyPr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white"/>
                  </a:solidFill>
                  <a:effectLst/>
                  <a:uLnTx/>
                  <a:uFillTx/>
                  <a:latin typeface="Segoe UI"/>
                  <a:ea typeface="Open Sans" panose="020B0606030504020204" pitchFamily="34" charset="0"/>
                  <a:cs typeface="Open Sans" panose="020B0606030504020204" pitchFamily="34" charset="0"/>
                </a:rPr>
                <a:t>5. Update Fraud Reporting Process</a:t>
              </a:r>
              <a:endParaRPr kumimoji="0" lang="en-CA" sz="900" b="0" i="0" u="none" strike="noStrike" kern="1200" cap="none" spc="0" normalizeH="0" baseline="0" noProof="0" dirty="0">
                <a:ln>
                  <a:noFill/>
                </a:ln>
                <a:solidFill>
                  <a:prstClr val="white"/>
                </a:solidFill>
                <a:effectLst/>
                <a:uLnTx/>
                <a:uFillTx/>
                <a:latin typeface="Segoe UI"/>
                <a:ea typeface="Open Sans" panose="020B0606030504020204" pitchFamily="34" charset="0"/>
                <a:cs typeface="Open Sans" panose="020B0606030504020204" pitchFamily="34" charset="0"/>
              </a:endParaRPr>
            </a:p>
          </p:txBody>
        </p:sp>
      </p:grpSp>
      <p:grpSp>
        <p:nvGrpSpPr>
          <p:cNvPr id="156" name="Group 155">
            <a:extLst>
              <a:ext uri="{FF2B5EF4-FFF2-40B4-BE49-F238E27FC236}">
                <a16:creationId xmlns:a16="http://schemas.microsoft.com/office/drawing/2014/main" id="{F1B42F6A-7F19-1204-1388-91DCCAC2FEA5}"/>
              </a:ext>
            </a:extLst>
          </p:cNvPr>
          <p:cNvGrpSpPr/>
          <p:nvPr/>
        </p:nvGrpSpPr>
        <p:grpSpPr>
          <a:xfrm>
            <a:off x="159049" y="3017977"/>
            <a:ext cx="10268651" cy="1066846"/>
            <a:chOff x="311449" y="3218664"/>
            <a:chExt cx="10268651" cy="1241427"/>
          </a:xfrm>
        </p:grpSpPr>
        <p:sp>
          <p:nvSpPr>
            <p:cNvPr id="93" name="Shape 49">
              <a:extLst>
                <a:ext uri="{FF2B5EF4-FFF2-40B4-BE49-F238E27FC236}">
                  <a16:creationId xmlns:a16="http://schemas.microsoft.com/office/drawing/2014/main" id="{CE7B955C-D66B-1014-296C-D063F9D42015}"/>
                </a:ext>
              </a:extLst>
            </p:cNvPr>
            <p:cNvSpPr/>
            <p:nvPr/>
          </p:nvSpPr>
          <p:spPr>
            <a:xfrm>
              <a:off x="311449" y="3218664"/>
              <a:ext cx="1547278" cy="1241427"/>
            </a:xfrm>
            <a:prstGeom prst="roundRect">
              <a:avLst>
                <a:gd name="adj" fmla="val 3947"/>
              </a:avLst>
            </a:prstGeom>
            <a:solidFill>
              <a:schemeClr val="accent1">
                <a:lumMod val="75000"/>
              </a:schemeClr>
            </a:solidFill>
            <a:ln/>
          </p:spPr>
          <p:txBody>
            <a:bodyPr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Segoe UI"/>
                  <a:ea typeface="Open Sans" panose="020B0606030504020204" pitchFamily="34" charset="0"/>
                  <a:cs typeface="Open Sans" panose="020B0606030504020204" pitchFamily="34" charset="0"/>
                </a:rPr>
                <a:t>AML</a:t>
              </a:r>
              <a:endParaRPr kumimoji="0" lang="en-US" sz="1200" b="0" i="0" u="none" strike="noStrike" kern="1200" cap="none" spc="0" normalizeH="0" baseline="0" noProof="0" dirty="0">
                <a:ln>
                  <a:noFill/>
                </a:ln>
                <a:solidFill>
                  <a:srgbClr val="53565A"/>
                </a:solidFill>
                <a:effectLst/>
                <a:uLnTx/>
                <a:uFillTx/>
                <a:latin typeface="Segoe UI"/>
                <a:ea typeface="Open Sans" panose="020B0606030504020204" pitchFamily="34" charset="0"/>
                <a:cs typeface="Open Sans" panose="020B0606030504020204" pitchFamily="34" charset="0"/>
              </a:endParaRPr>
            </a:p>
          </p:txBody>
        </p:sp>
        <p:grpSp>
          <p:nvGrpSpPr>
            <p:cNvPr id="148" name="Group 147">
              <a:extLst>
                <a:ext uri="{FF2B5EF4-FFF2-40B4-BE49-F238E27FC236}">
                  <a16:creationId xmlns:a16="http://schemas.microsoft.com/office/drawing/2014/main" id="{FA3964E5-92AA-E956-6E3C-341545CE1BA1}"/>
                </a:ext>
              </a:extLst>
            </p:cNvPr>
            <p:cNvGrpSpPr/>
            <p:nvPr/>
          </p:nvGrpSpPr>
          <p:grpSpPr>
            <a:xfrm>
              <a:off x="1937940" y="3218664"/>
              <a:ext cx="8642160" cy="1208175"/>
              <a:chOff x="1937940" y="3218664"/>
              <a:chExt cx="8642160" cy="1208175"/>
            </a:xfrm>
          </p:grpSpPr>
          <p:sp>
            <p:nvSpPr>
              <p:cNvPr id="127" name="Shape 39">
                <a:extLst>
                  <a:ext uri="{FF2B5EF4-FFF2-40B4-BE49-F238E27FC236}">
                    <a16:creationId xmlns:a16="http://schemas.microsoft.com/office/drawing/2014/main" id="{ADDA6399-96B0-56A7-FE28-18CC42B82093}"/>
                  </a:ext>
                </a:extLst>
              </p:cNvPr>
              <p:cNvSpPr/>
              <p:nvPr/>
            </p:nvSpPr>
            <p:spPr>
              <a:xfrm>
                <a:off x="1937940" y="3218664"/>
                <a:ext cx="4297968" cy="360000"/>
              </a:xfrm>
              <a:prstGeom prst="chevron">
                <a:avLst/>
              </a:prstGeom>
              <a:solidFill>
                <a:schemeClr val="accent1">
                  <a:lumMod val="75000"/>
                </a:schemeClr>
              </a:solidFill>
              <a:ln/>
            </p:spPr>
            <p:txBody>
              <a:bodyPr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noProof="0" dirty="0">
                    <a:ln>
                      <a:noFill/>
                    </a:ln>
                    <a:solidFill>
                      <a:prstClr val="white"/>
                    </a:solidFill>
                    <a:effectLst/>
                    <a:uLnTx/>
                    <a:uFillTx/>
                    <a:latin typeface="Segoe UI"/>
                    <a:ea typeface="Open Sans" panose="020B0606030504020204" pitchFamily="34" charset="0"/>
                    <a:cs typeface="Open Sans" panose="020B0606030504020204" pitchFamily="34" charset="0"/>
                  </a:rPr>
                  <a:t>6. Review the Current AML Process and Policy</a:t>
                </a:r>
              </a:p>
            </p:txBody>
          </p:sp>
          <p:sp>
            <p:nvSpPr>
              <p:cNvPr id="129" name="Shape 39">
                <a:extLst>
                  <a:ext uri="{FF2B5EF4-FFF2-40B4-BE49-F238E27FC236}">
                    <a16:creationId xmlns:a16="http://schemas.microsoft.com/office/drawing/2014/main" id="{74CAA033-059F-26CC-45A5-7C5C044A3E41}"/>
                  </a:ext>
                </a:extLst>
              </p:cNvPr>
              <p:cNvSpPr/>
              <p:nvPr/>
            </p:nvSpPr>
            <p:spPr>
              <a:xfrm>
                <a:off x="4093557" y="3659377"/>
                <a:ext cx="4297968" cy="360000"/>
              </a:xfrm>
              <a:prstGeom prst="chevron">
                <a:avLst/>
              </a:prstGeom>
              <a:solidFill>
                <a:schemeClr val="accent1">
                  <a:lumMod val="75000"/>
                </a:schemeClr>
              </a:solidFill>
              <a:ln/>
            </p:spPr>
            <p:txBody>
              <a:bodyPr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white"/>
                    </a:solidFill>
                    <a:effectLst/>
                    <a:uLnTx/>
                    <a:uFillTx/>
                    <a:latin typeface="Segoe UI"/>
                    <a:ea typeface="Open Sans" panose="020B0606030504020204" pitchFamily="34" charset="0"/>
                    <a:cs typeface="Open Sans" panose="020B0606030504020204" pitchFamily="34" charset="0"/>
                  </a:rPr>
                  <a:t>7. Update the AML Monitoring Process </a:t>
                </a:r>
                <a:endParaRPr kumimoji="0" lang="en-CA" sz="900" b="0" i="0" u="none" strike="noStrike" kern="1200" cap="none" spc="0" normalizeH="0" baseline="0" noProof="0" dirty="0">
                  <a:ln>
                    <a:noFill/>
                  </a:ln>
                  <a:solidFill>
                    <a:prstClr val="white"/>
                  </a:solidFill>
                  <a:effectLst/>
                  <a:uLnTx/>
                  <a:uFillTx/>
                  <a:latin typeface="Segoe UI"/>
                  <a:ea typeface="Open Sans" panose="020B0606030504020204" pitchFamily="34" charset="0"/>
                  <a:cs typeface="Open Sans" panose="020B0606030504020204" pitchFamily="34" charset="0"/>
                </a:endParaRPr>
              </a:p>
            </p:txBody>
          </p:sp>
          <p:sp>
            <p:nvSpPr>
              <p:cNvPr id="135" name="Shape 39">
                <a:extLst>
                  <a:ext uri="{FF2B5EF4-FFF2-40B4-BE49-F238E27FC236}">
                    <a16:creationId xmlns:a16="http://schemas.microsoft.com/office/drawing/2014/main" id="{0B68AFF3-952C-C0E1-F7D9-1059F7984298}"/>
                  </a:ext>
                </a:extLst>
              </p:cNvPr>
              <p:cNvSpPr/>
              <p:nvPr/>
            </p:nvSpPr>
            <p:spPr>
              <a:xfrm>
                <a:off x="8420100" y="4066841"/>
                <a:ext cx="2160000" cy="359998"/>
              </a:xfrm>
              <a:prstGeom prst="chevron">
                <a:avLst/>
              </a:prstGeom>
              <a:solidFill>
                <a:schemeClr val="accent1">
                  <a:lumMod val="75000"/>
                </a:schemeClr>
              </a:solidFill>
              <a:ln/>
            </p:spPr>
            <p:txBody>
              <a:bodyPr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white"/>
                    </a:solidFill>
                    <a:effectLst/>
                    <a:uLnTx/>
                    <a:uFillTx/>
                    <a:latin typeface="Segoe UI"/>
                    <a:ea typeface="Open Sans" panose="020B0606030504020204" pitchFamily="34" charset="0"/>
                    <a:cs typeface="Open Sans" panose="020B0606030504020204" pitchFamily="34" charset="0"/>
                  </a:rPr>
                  <a:t>8. Update AML Reporting Process </a:t>
                </a:r>
                <a:endParaRPr kumimoji="0" lang="en-CA" sz="900" b="0" i="0" u="none" strike="noStrike" kern="1200" cap="none" spc="0" normalizeH="0" baseline="0" noProof="0" dirty="0">
                  <a:ln>
                    <a:noFill/>
                  </a:ln>
                  <a:solidFill>
                    <a:prstClr val="white"/>
                  </a:solidFill>
                  <a:effectLst/>
                  <a:uLnTx/>
                  <a:uFillTx/>
                  <a:latin typeface="Segoe UI"/>
                  <a:ea typeface="Open Sans" panose="020B0606030504020204" pitchFamily="34" charset="0"/>
                  <a:cs typeface="Open Sans" panose="020B0606030504020204" pitchFamily="34" charset="0"/>
                </a:endParaRPr>
              </a:p>
            </p:txBody>
          </p:sp>
        </p:grpSp>
      </p:grpSp>
      <p:grpSp>
        <p:nvGrpSpPr>
          <p:cNvPr id="2" name="Group 1">
            <a:extLst>
              <a:ext uri="{FF2B5EF4-FFF2-40B4-BE49-F238E27FC236}">
                <a16:creationId xmlns:a16="http://schemas.microsoft.com/office/drawing/2014/main" id="{62220711-6B5D-150B-55DC-CDE34E8CF4B6}"/>
              </a:ext>
            </a:extLst>
          </p:cNvPr>
          <p:cNvGrpSpPr/>
          <p:nvPr/>
        </p:nvGrpSpPr>
        <p:grpSpPr>
          <a:xfrm>
            <a:off x="159049" y="4108651"/>
            <a:ext cx="10959874" cy="464060"/>
            <a:chOff x="150875" y="4681402"/>
            <a:chExt cx="10959874" cy="540000"/>
          </a:xfrm>
        </p:grpSpPr>
        <p:sp>
          <p:nvSpPr>
            <p:cNvPr id="95" name="Shape 49">
              <a:extLst>
                <a:ext uri="{FF2B5EF4-FFF2-40B4-BE49-F238E27FC236}">
                  <a16:creationId xmlns:a16="http://schemas.microsoft.com/office/drawing/2014/main" id="{7611FE8E-7BEE-D450-3120-382EC1AA2EFE}"/>
                </a:ext>
              </a:extLst>
            </p:cNvPr>
            <p:cNvSpPr/>
            <p:nvPr/>
          </p:nvSpPr>
          <p:spPr>
            <a:xfrm>
              <a:off x="150875" y="4681402"/>
              <a:ext cx="1555452" cy="540000"/>
            </a:xfrm>
            <a:prstGeom prst="roundRect">
              <a:avLst>
                <a:gd name="adj" fmla="val 3947"/>
              </a:avLst>
            </a:prstGeom>
            <a:solidFill>
              <a:schemeClr val="accent1"/>
            </a:solidFill>
            <a:ln/>
          </p:spPr>
          <p:txBody>
            <a:bodyPr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Segoe UI"/>
                  <a:ea typeface="Open Sans" panose="020B0606030504020204" pitchFamily="34" charset="0"/>
                  <a:cs typeface="Open Sans" panose="020B0606030504020204" pitchFamily="34" charset="0"/>
                </a:rPr>
                <a:t>Dispute Resolution</a:t>
              </a:r>
              <a:endParaRPr kumimoji="0" lang="en-US" sz="1200" b="0" i="0" u="none" strike="noStrike" kern="1200" cap="none" spc="0" normalizeH="0" baseline="0" noProof="0" dirty="0">
                <a:ln>
                  <a:noFill/>
                </a:ln>
                <a:solidFill>
                  <a:srgbClr val="53565A"/>
                </a:solidFill>
                <a:effectLst/>
                <a:uLnTx/>
                <a:uFillTx/>
                <a:latin typeface="Segoe UI"/>
                <a:ea typeface="Open Sans" panose="020B0606030504020204" pitchFamily="34" charset="0"/>
                <a:cs typeface="Open Sans" panose="020B0606030504020204" pitchFamily="34" charset="0"/>
              </a:endParaRPr>
            </a:p>
          </p:txBody>
        </p:sp>
        <p:sp>
          <p:nvSpPr>
            <p:cNvPr id="131" name="Shape 39">
              <a:extLst>
                <a:ext uri="{FF2B5EF4-FFF2-40B4-BE49-F238E27FC236}">
                  <a16:creationId xmlns:a16="http://schemas.microsoft.com/office/drawing/2014/main" id="{4856CF53-A69F-5B98-A87C-1D520E59E03A}"/>
                </a:ext>
              </a:extLst>
            </p:cNvPr>
            <p:cNvSpPr/>
            <p:nvPr/>
          </p:nvSpPr>
          <p:spPr>
            <a:xfrm>
              <a:off x="1764300" y="4771402"/>
              <a:ext cx="1965513" cy="360000"/>
            </a:xfrm>
            <a:prstGeom prst="chevron">
              <a:avLst/>
            </a:prstGeom>
            <a:solidFill>
              <a:schemeClr val="accent1"/>
            </a:solidFill>
            <a:ln/>
          </p:spPr>
          <p:txBody>
            <a:bodyPr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white"/>
                  </a:solidFill>
                  <a:effectLst/>
                  <a:uLnTx/>
                  <a:uFillTx/>
                  <a:latin typeface="Segoe UI"/>
                  <a:ea typeface="Open Sans" panose="020B0606030504020204" pitchFamily="34" charset="0"/>
                  <a:cs typeface="Open Sans" panose="020B0606030504020204" pitchFamily="34" charset="0"/>
                </a:rPr>
                <a:t>9. Build Target-state Dispute Management Process</a:t>
              </a:r>
              <a:endParaRPr kumimoji="0" lang="en-CA" sz="900" b="0" i="0" u="none" strike="noStrike" kern="1200" cap="none" spc="0" normalizeH="0" baseline="0" noProof="0" dirty="0">
                <a:ln>
                  <a:noFill/>
                </a:ln>
                <a:solidFill>
                  <a:prstClr val="white"/>
                </a:solidFill>
                <a:effectLst/>
                <a:uLnTx/>
                <a:uFillTx/>
                <a:latin typeface="Segoe UI"/>
                <a:ea typeface="Open Sans" panose="020B0606030504020204" pitchFamily="34" charset="0"/>
                <a:cs typeface="Open Sans" panose="020B0606030504020204" pitchFamily="34" charset="0"/>
              </a:endParaRPr>
            </a:p>
          </p:txBody>
        </p:sp>
        <p:sp>
          <p:nvSpPr>
            <p:cNvPr id="139" name="Shape 39">
              <a:extLst>
                <a:ext uri="{FF2B5EF4-FFF2-40B4-BE49-F238E27FC236}">
                  <a16:creationId xmlns:a16="http://schemas.microsoft.com/office/drawing/2014/main" id="{7610F9B9-1D4B-BEC8-2925-F1FA1885D725}"/>
                </a:ext>
              </a:extLst>
            </p:cNvPr>
            <p:cNvSpPr/>
            <p:nvPr/>
          </p:nvSpPr>
          <p:spPr>
            <a:xfrm>
              <a:off x="3653116" y="4771402"/>
              <a:ext cx="7457633" cy="360000"/>
            </a:xfrm>
            <a:prstGeom prst="chevron">
              <a:avLst/>
            </a:prstGeom>
            <a:solidFill>
              <a:schemeClr val="accent1"/>
            </a:solidFill>
            <a:ln/>
          </p:spPr>
          <p:txBody>
            <a:bodyPr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white"/>
                  </a:solidFill>
                  <a:effectLst/>
                  <a:uLnTx/>
                  <a:uFillTx/>
                  <a:latin typeface="Segoe UI"/>
                  <a:ea typeface="Open Sans" panose="020B0606030504020204" pitchFamily="34" charset="0"/>
                  <a:cs typeface="Open Sans" panose="020B0606030504020204" pitchFamily="34" charset="0"/>
                </a:rPr>
                <a:t>10. Refine / Finalize Target-State Process</a:t>
              </a:r>
            </a:p>
          </p:txBody>
        </p:sp>
      </p:grpSp>
      <p:grpSp>
        <p:nvGrpSpPr>
          <p:cNvPr id="155" name="Group 154">
            <a:extLst>
              <a:ext uri="{FF2B5EF4-FFF2-40B4-BE49-F238E27FC236}">
                <a16:creationId xmlns:a16="http://schemas.microsoft.com/office/drawing/2014/main" id="{CE966855-E706-2CC7-AC87-32FB6A833354}"/>
              </a:ext>
            </a:extLst>
          </p:cNvPr>
          <p:cNvGrpSpPr/>
          <p:nvPr/>
        </p:nvGrpSpPr>
        <p:grpSpPr>
          <a:xfrm>
            <a:off x="150875" y="4588331"/>
            <a:ext cx="11706510" cy="464060"/>
            <a:chOff x="303275" y="5281663"/>
            <a:chExt cx="11706510" cy="540000"/>
          </a:xfrm>
        </p:grpSpPr>
        <p:sp>
          <p:nvSpPr>
            <p:cNvPr id="97" name="Shape 49">
              <a:extLst>
                <a:ext uri="{FF2B5EF4-FFF2-40B4-BE49-F238E27FC236}">
                  <a16:creationId xmlns:a16="http://schemas.microsoft.com/office/drawing/2014/main" id="{065A7877-4A1D-AF62-F686-FB0D0CA87E5C}"/>
                </a:ext>
              </a:extLst>
            </p:cNvPr>
            <p:cNvSpPr/>
            <p:nvPr/>
          </p:nvSpPr>
          <p:spPr>
            <a:xfrm>
              <a:off x="303275" y="5281663"/>
              <a:ext cx="1555452" cy="540000"/>
            </a:xfrm>
            <a:prstGeom prst="roundRect">
              <a:avLst>
                <a:gd name="adj" fmla="val 3947"/>
              </a:avLst>
            </a:prstGeom>
            <a:solidFill>
              <a:schemeClr val="accent1">
                <a:lumMod val="60000"/>
                <a:lumOff val="40000"/>
              </a:schemeClr>
            </a:solidFill>
            <a:ln/>
          </p:spPr>
          <p:txBody>
            <a:bodyPr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Segoe UI"/>
                  <a:ea typeface="Open Sans" panose="020B0606030504020204" pitchFamily="34" charset="0"/>
                  <a:cs typeface="Open Sans" panose="020B0606030504020204" pitchFamily="34" charset="0"/>
                </a:rPr>
                <a:t>TPRM &amp; Oversight</a:t>
              </a:r>
              <a:endParaRPr kumimoji="0" lang="en-US" sz="1200" b="0" i="0" u="none" strike="noStrike" kern="1200" cap="none" spc="0" normalizeH="0" baseline="0" noProof="0" dirty="0">
                <a:ln>
                  <a:noFill/>
                </a:ln>
                <a:solidFill>
                  <a:srgbClr val="53565A"/>
                </a:solidFill>
                <a:effectLst/>
                <a:uLnTx/>
                <a:uFillTx/>
                <a:latin typeface="Segoe UI"/>
                <a:ea typeface="Open Sans" panose="020B0606030504020204" pitchFamily="34" charset="0"/>
                <a:cs typeface="Open Sans" panose="020B0606030504020204" pitchFamily="34" charset="0"/>
              </a:endParaRPr>
            </a:p>
          </p:txBody>
        </p:sp>
        <p:sp>
          <p:nvSpPr>
            <p:cNvPr id="141" name="Shape 39">
              <a:extLst>
                <a:ext uri="{FF2B5EF4-FFF2-40B4-BE49-F238E27FC236}">
                  <a16:creationId xmlns:a16="http://schemas.microsoft.com/office/drawing/2014/main" id="{4B24C8D3-276A-ED0F-E416-A0E5C24EF6E4}"/>
                </a:ext>
              </a:extLst>
            </p:cNvPr>
            <p:cNvSpPr/>
            <p:nvPr/>
          </p:nvSpPr>
          <p:spPr>
            <a:xfrm>
              <a:off x="7153275" y="5371663"/>
              <a:ext cx="1620000" cy="360000"/>
            </a:xfrm>
            <a:prstGeom prst="chevron">
              <a:avLst/>
            </a:prstGeom>
            <a:solidFill>
              <a:srgbClr val="C38CF2"/>
            </a:solidFill>
            <a:ln/>
          </p:spPr>
          <p:txBody>
            <a:bodyPr tIns="0" bIns="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white"/>
                  </a:solidFill>
                  <a:effectLst/>
                  <a:uLnTx/>
                  <a:uFillTx/>
                  <a:latin typeface="Segoe UI"/>
                  <a:ea typeface="Open Sans" panose="020B0606030504020204" pitchFamily="34" charset="0"/>
                  <a:cs typeface="Open Sans" panose="020B0606030504020204" pitchFamily="34" charset="0"/>
                </a:rPr>
                <a:t>11.Enhance Existing TPRM Process</a:t>
              </a:r>
              <a:endParaRPr kumimoji="0" lang="en-CA" sz="900" b="0" i="0" u="none" strike="noStrike" kern="1200" cap="none" spc="0" normalizeH="0" baseline="0" noProof="0" dirty="0">
                <a:ln>
                  <a:noFill/>
                </a:ln>
                <a:solidFill>
                  <a:prstClr val="white"/>
                </a:solidFill>
                <a:effectLst/>
                <a:uLnTx/>
                <a:uFillTx/>
                <a:latin typeface="Segoe UI"/>
                <a:ea typeface="Open Sans" panose="020B0606030504020204" pitchFamily="34" charset="0"/>
                <a:cs typeface="Open Sans" panose="020B0606030504020204" pitchFamily="34" charset="0"/>
              </a:endParaRPr>
            </a:p>
          </p:txBody>
        </p:sp>
        <p:sp>
          <p:nvSpPr>
            <p:cNvPr id="143" name="Shape 39">
              <a:extLst>
                <a:ext uri="{FF2B5EF4-FFF2-40B4-BE49-F238E27FC236}">
                  <a16:creationId xmlns:a16="http://schemas.microsoft.com/office/drawing/2014/main" id="{2055ACEA-11C8-BF78-20D4-CFFDB08FF145}"/>
                </a:ext>
              </a:extLst>
            </p:cNvPr>
            <p:cNvSpPr/>
            <p:nvPr/>
          </p:nvSpPr>
          <p:spPr>
            <a:xfrm>
              <a:off x="8765686" y="5371663"/>
              <a:ext cx="1620000" cy="360000"/>
            </a:xfrm>
            <a:prstGeom prst="chevron">
              <a:avLst/>
            </a:prstGeom>
            <a:solidFill>
              <a:srgbClr val="C38CF2"/>
            </a:solidFill>
            <a:ln/>
          </p:spPr>
          <p:txBody>
            <a:bodyPr tIns="0" bIns="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white"/>
                  </a:solidFill>
                  <a:effectLst/>
                  <a:uLnTx/>
                  <a:uFillTx/>
                  <a:latin typeface="Segoe UI"/>
                  <a:ea typeface="Open Sans" panose="020B0606030504020204" pitchFamily="34" charset="0"/>
                  <a:cs typeface="Open Sans" panose="020B0606030504020204" pitchFamily="34" charset="0"/>
                </a:rPr>
                <a:t>12. Establish ICICI Attestation Process</a:t>
              </a:r>
              <a:endParaRPr kumimoji="0" lang="en-CA" sz="900" b="0" i="0" u="none" strike="noStrike" kern="1200" cap="none" spc="0" normalizeH="0" baseline="0" noProof="0" dirty="0">
                <a:ln>
                  <a:noFill/>
                </a:ln>
                <a:solidFill>
                  <a:prstClr val="white"/>
                </a:solidFill>
                <a:effectLst/>
                <a:uLnTx/>
                <a:uFillTx/>
                <a:latin typeface="Segoe UI"/>
                <a:ea typeface="Open Sans" panose="020B0606030504020204" pitchFamily="34" charset="0"/>
                <a:cs typeface="Open Sans" panose="020B0606030504020204" pitchFamily="34" charset="0"/>
              </a:endParaRPr>
            </a:p>
          </p:txBody>
        </p:sp>
        <p:sp>
          <p:nvSpPr>
            <p:cNvPr id="145" name="Shape 39">
              <a:extLst>
                <a:ext uri="{FF2B5EF4-FFF2-40B4-BE49-F238E27FC236}">
                  <a16:creationId xmlns:a16="http://schemas.microsoft.com/office/drawing/2014/main" id="{485DF947-118C-0A9B-F6CA-4576566913AF}"/>
                </a:ext>
              </a:extLst>
            </p:cNvPr>
            <p:cNvSpPr/>
            <p:nvPr/>
          </p:nvSpPr>
          <p:spPr>
            <a:xfrm>
              <a:off x="10389785" y="5371663"/>
              <a:ext cx="1620000" cy="360000"/>
            </a:xfrm>
            <a:prstGeom prst="chevron">
              <a:avLst/>
            </a:prstGeom>
            <a:solidFill>
              <a:srgbClr val="C38CF2"/>
            </a:solidFill>
            <a:ln/>
          </p:spPr>
          <p:txBody>
            <a:bodyPr tIns="0" bIns="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white"/>
                  </a:solidFill>
                  <a:effectLst/>
                  <a:uLnTx/>
                  <a:uFillTx/>
                  <a:latin typeface="Segoe UI"/>
                  <a:ea typeface="Open Sans" panose="020B0606030504020204" pitchFamily="34" charset="0"/>
                  <a:cs typeface="Open Sans" panose="020B0606030504020204" pitchFamily="34" charset="0"/>
                </a:rPr>
                <a:t>13. Build Centralized Artifact Repository </a:t>
              </a:r>
              <a:endParaRPr kumimoji="0" lang="en-CA" sz="900" b="0" i="0" u="none" strike="noStrike" kern="1200" cap="none" spc="0" normalizeH="0" baseline="0" noProof="0" dirty="0">
                <a:ln>
                  <a:noFill/>
                </a:ln>
                <a:solidFill>
                  <a:prstClr val="white"/>
                </a:solidFill>
                <a:effectLst/>
                <a:uLnTx/>
                <a:uFillTx/>
                <a:latin typeface="Segoe UI"/>
                <a:ea typeface="Open Sans" panose="020B0606030504020204" pitchFamily="34" charset="0"/>
                <a:cs typeface="Open Sans" panose="020B0606030504020204" pitchFamily="34" charset="0"/>
              </a:endParaRPr>
            </a:p>
          </p:txBody>
        </p:sp>
      </p:grpSp>
      <p:sp>
        <p:nvSpPr>
          <p:cNvPr id="163" name="TextBox 162">
            <a:extLst>
              <a:ext uri="{FF2B5EF4-FFF2-40B4-BE49-F238E27FC236}">
                <a16:creationId xmlns:a16="http://schemas.microsoft.com/office/drawing/2014/main" id="{BD0695DD-182D-0EB4-C2E6-5B34303EE70D}"/>
              </a:ext>
            </a:extLst>
          </p:cNvPr>
          <p:cNvSpPr txBox="1"/>
          <p:nvPr/>
        </p:nvSpPr>
        <p:spPr>
          <a:xfrm>
            <a:off x="10467840" y="3707636"/>
            <a:ext cx="1528430" cy="338554"/>
          </a:xfrm>
          <a:prstGeom prst="rect">
            <a:avLst/>
          </a:prstGeom>
          <a:noFill/>
        </p:spPr>
        <p:txBody>
          <a:bodyPr wrap="square">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800" b="0" i="1" u="none" strike="noStrike" kern="1200" cap="none" spc="0" normalizeH="0" baseline="0" noProof="0" dirty="0">
                <a:ln>
                  <a:noFill/>
                </a:ln>
                <a:solidFill>
                  <a:srgbClr val="53565A"/>
                </a:solidFill>
                <a:effectLst/>
                <a:uLnTx/>
                <a:uFillTx/>
                <a:latin typeface="Segoe UI"/>
                <a:ea typeface="+mn-ea"/>
                <a:cs typeface="Arial" panose="020B0604020202020204" pitchFamily="34" charset="0"/>
              </a:rPr>
              <a:t>Completion of AML Transformation Activities</a:t>
            </a:r>
            <a:endParaRPr kumimoji="0" lang="en-US" sz="800" b="0" i="0" u="none" strike="noStrike" kern="1200" cap="none" spc="0" normalizeH="0" baseline="0" noProof="0" dirty="0">
              <a:ln>
                <a:noFill/>
              </a:ln>
              <a:solidFill>
                <a:srgbClr val="53565A"/>
              </a:solidFill>
              <a:effectLst/>
              <a:uLnTx/>
              <a:uFillTx/>
              <a:latin typeface="Segoe UI"/>
              <a:ea typeface="+mn-ea"/>
              <a:cs typeface="Arial" panose="020B0604020202020204" pitchFamily="34" charset="0"/>
            </a:endParaRPr>
          </a:p>
        </p:txBody>
      </p:sp>
      <p:sp>
        <p:nvSpPr>
          <p:cNvPr id="165" name="Star: 5 Points 164">
            <a:extLst>
              <a:ext uri="{FF2B5EF4-FFF2-40B4-BE49-F238E27FC236}">
                <a16:creationId xmlns:a16="http://schemas.microsoft.com/office/drawing/2014/main" id="{F3E8D97B-9C7A-4E63-92C8-050F8CA2D303}"/>
              </a:ext>
            </a:extLst>
          </p:cNvPr>
          <p:cNvSpPr/>
          <p:nvPr/>
        </p:nvSpPr>
        <p:spPr>
          <a:xfrm>
            <a:off x="11089692" y="4236868"/>
            <a:ext cx="182880" cy="182880"/>
          </a:xfrm>
          <a:prstGeom prst="star5">
            <a:avLst/>
          </a:prstGeom>
          <a:solidFill>
            <a:srgbClr val="FFC000"/>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800" b="1" i="0" u="none" strike="noStrike" kern="1200" cap="none" spc="0" normalizeH="0" baseline="0" noProof="0">
              <a:ln>
                <a:noFill/>
              </a:ln>
              <a:solidFill>
                <a:sysClr val="windowText" lastClr="000000"/>
              </a:solidFill>
              <a:effectLst/>
              <a:uLnTx/>
              <a:uFillTx/>
              <a:latin typeface="Segoe UI"/>
              <a:ea typeface="+mn-ea"/>
              <a:cs typeface="Arial" panose="020B0604020202020204" pitchFamily="34" charset="0"/>
            </a:endParaRPr>
          </a:p>
        </p:txBody>
      </p:sp>
      <p:sp>
        <p:nvSpPr>
          <p:cNvPr id="167" name="TextBox 166">
            <a:extLst>
              <a:ext uri="{FF2B5EF4-FFF2-40B4-BE49-F238E27FC236}">
                <a16:creationId xmlns:a16="http://schemas.microsoft.com/office/drawing/2014/main" id="{0EE8A0A3-5182-4BD7-C121-5F40082A80E2}"/>
              </a:ext>
            </a:extLst>
          </p:cNvPr>
          <p:cNvSpPr txBox="1"/>
          <p:nvPr/>
        </p:nvSpPr>
        <p:spPr>
          <a:xfrm>
            <a:off x="11181132" y="4035921"/>
            <a:ext cx="1051964" cy="584775"/>
          </a:xfrm>
          <a:prstGeom prst="rect">
            <a:avLst/>
          </a:prstGeom>
          <a:noFill/>
        </p:spPr>
        <p:txBody>
          <a:bodyPr wrap="square">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srgbClr val="53565A"/>
                </a:solidFill>
                <a:effectLst/>
                <a:uLnTx/>
                <a:uFillTx/>
                <a:latin typeface="Segoe UI"/>
                <a:ea typeface="+mn-ea"/>
                <a:cs typeface="Arial" panose="020B0604020202020204" pitchFamily="34" charset="0"/>
              </a:rPr>
              <a:t>Completion of Dispute Resolution Transformation Activities</a:t>
            </a:r>
            <a:endParaRPr kumimoji="0" lang="en-US" sz="800" b="0" i="0" u="none" strike="noStrike" kern="1200" cap="none" spc="0" normalizeH="0" baseline="0" noProof="0">
              <a:ln>
                <a:noFill/>
              </a:ln>
              <a:solidFill>
                <a:srgbClr val="53565A"/>
              </a:solidFill>
              <a:effectLst/>
              <a:uLnTx/>
              <a:uFillTx/>
              <a:latin typeface="Segoe UI"/>
              <a:ea typeface="+mn-ea"/>
              <a:cs typeface="Arial" panose="020B0604020202020204" pitchFamily="34" charset="0"/>
            </a:endParaRPr>
          </a:p>
        </p:txBody>
      </p:sp>
      <p:sp>
        <p:nvSpPr>
          <p:cNvPr id="169" name="Star: 5 Points 168">
            <a:extLst>
              <a:ext uri="{FF2B5EF4-FFF2-40B4-BE49-F238E27FC236}">
                <a16:creationId xmlns:a16="http://schemas.microsoft.com/office/drawing/2014/main" id="{E919BDF4-1B11-066E-0D33-3CE28E07AC97}"/>
              </a:ext>
            </a:extLst>
          </p:cNvPr>
          <p:cNvSpPr/>
          <p:nvPr/>
        </p:nvSpPr>
        <p:spPr>
          <a:xfrm>
            <a:off x="11765945" y="2395253"/>
            <a:ext cx="182880" cy="182880"/>
          </a:xfrm>
          <a:prstGeom prst="star5">
            <a:avLst/>
          </a:prstGeom>
          <a:solidFill>
            <a:srgbClr val="FFC000"/>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800" b="1" i="0" u="none" strike="noStrike" kern="1200" cap="none" spc="0" normalizeH="0" baseline="0" noProof="0">
              <a:ln>
                <a:noFill/>
              </a:ln>
              <a:solidFill>
                <a:sysClr val="windowText" lastClr="000000"/>
              </a:solidFill>
              <a:effectLst/>
              <a:uLnTx/>
              <a:uFillTx/>
              <a:latin typeface="Segoe UI"/>
              <a:ea typeface="+mn-ea"/>
              <a:cs typeface="Arial" panose="020B0604020202020204" pitchFamily="34" charset="0"/>
            </a:endParaRPr>
          </a:p>
        </p:txBody>
      </p:sp>
      <p:sp>
        <p:nvSpPr>
          <p:cNvPr id="171" name="TextBox 170">
            <a:extLst>
              <a:ext uri="{FF2B5EF4-FFF2-40B4-BE49-F238E27FC236}">
                <a16:creationId xmlns:a16="http://schemas.microsoft.com/office/drawing/2014/main" id="{5F743819-2804-8AC1-D36A-F6E4C725BDD8}"/>
              </a:ext>
            </a:extLst>
          </p:cNvPr>
          <p:cNvSpPr txBox="1"/>
          <p:nvPr/>
        </p:nvSpPr>
        <p:spPr>
          <a:xfrm>
            <a:off x="10411414" y="2317416"/>
            <a:ext cx="1429685" cy="338554"/>
          </a:xfrm>
          <a:prstGeom prst="rect">
            <a:avLst/>
          </a:prstGeom>
          <a:noFill/>
        </p:spPr>
        <p:txBody>
          <a:bodyPr wrap="square">
            <a:spAutoFit/>
          </a:bodyPr>
          <a:lstStyle/>
          <a:p>
            <a:pPr marL="0" marR="0" lvl="0" indent="0" algn="r" defTabSz="1219170" rtl="0" eaLnBrk="1" fontAlgn="auto" latinLnBrk="0" hangingPunct="1">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srgbClr val="53565A"/>
                </a:solidFill>
                <a:effectLst/>
                <a:uLnTx/>
                <a:uFillTx/>
                <a:latin typeface="Segoe UI"/>
                <a:ea typeface="+mn-ea"/>
                <a:cs typeface="Arial" panose="020B0604020202020204" pitchFamily="34" charset="0"/>
              </a:rPr>
              <a:t>Completion of Fraud Transformation Activities</a:t>
            </a:r>
            <a:endParaRPr kumimoji="0" lang="en-US" sz="800" b="0" i="0" u="none" strike="noStrike" kern="1200" cap="none" spc="0" normalizeH="0" baseline="0" noProof="0">
              <a:ln>
                <a:noFill/>
              </a:ln>
              <a:solidFill>
                <a:srgbClr val="53565A"/>
              </a:solidFill>
              <a:effectLst/>
              <a:uLnTx/>
              <a:uFillTx/>
              <a:latin typeface="Segoe UI"/>
              <a:ea typeface="+mn-ea"/>
              <a:cs typeface="Arial" panose="020B0604020202020204" pitchFamily="34" charset="0"/>
            </a:endParaRPr>
          </a:p>
        </p:txBody>
      </p:sp>
      <p:sp>
        <p:nvSpPr>
          <p:cNvPr id="173" name="Star: 5 Points 172">
            <a:extLst>
              <a:ext uri="{FF2B5EF4-FFF2-40B4-BE49-F238E27FC236}">
                <a16:creationId xmlns:a16="http://schemas.microsoft.com/office/drawing/2014/main" id="{118D9144-4CC0-D86B-CC3D-5C909191FC13}"/>
              </a:ext>
            </a:extLst>
          </p:cNvPr>
          <p:cNvSpPr/>
          <p:nvPr/>
        </p:nvSpPr>
        <p:spPr>
          <a:xfrm>
            <a:off x="11770138" y="4716650"/>
            <a:ext cx="182880" cy="182880"/>
          </a:xfrm>
          <a:prstGeom prst="star5">
            <a:avLst/>
          </a:prstGeom>
          <a:solidFill>
            <a:srgbClr val="FFC000"/>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800" b="1" i="0" u="none" strike="noStrike" kern="1200" cap="none" spc="0" normalizeH="0" baseline="0" noProof="0">
              <a:ln>
                <a:noFill/>
              </a:ln>
              <a:solidFill>
                <a:sysClr val="windowText" lastClr="000000"/>
              </a:solidFill>
              <a:effectLst/>
              <a:uLnTx/>
              <a:uFillTx/>
              <a:latin typeface="Segoe UI"/>
              <a:ea typeface="+mn-ea"/>
              <a:cs typeface="Arial" panose="020B0604020202020204" pitchFamily="34" charset="0"/>
            </a:endParaRPr>
          </a:p>
        </p:txBody>
      </p:sp>
      <p:sp>
        <p:nvSpPr>
          <p:cNvPr id="175" name="TextBox 174">
            <a:extLst>
              <a:ext uri="{FF2B5EF4-FFF2-40B4-BE49-F238E27FC236}">
                <a16:creationId xmlns:a16="http://schemas.microsoft.com/office/drawing/2014/main" id="{7676D388-9C4D-81FD-98F7-EEBD7E8BD6BF}"/>
              </a:ext>
            </a:extLst>
          </p:cNvPr>
          <p:cNvSpPr txBox="1"/>
          <p:nvPr/>
        </p:nvSpPr>
        <p:spPr>
          <a:xfrm>
            <a:off x="11358813" y="4972493"/>
            <a:ext cx="962536" cy="707886"/>
          </a:xfrm>
          <a:prstGeom prst="rect">
            <a:avLst/>
          </a:prstGeom>
          <a:noFill/>
        </p:spPr>
        <p:txBody>
          <a:bodyPr wrap="square">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srgbClr val="53565A"/>
                </a:solidFill>
                <a:effectLst/>
                <a:uLnTx/>
                <a:uFillTx/>
                <a:latin typeface="Segoe UI"/>
                <a:ea typeface="+mn-ea"/>
                <a:cs typeface="Arial" panose="020B0604020202020204" pitchFamily="34" charset="0"/>
              </a:rPr>
              <a:t>Completion of TPRM &amp; Oversight Transformation Activities</a:t>
            </a:r>
            <a:endParaRPr kumimoji="0" lang="en-US" sz="800" b="0" i="0" u="none" strike="noStrike" kern="1200" cap="none" spc="0" normalizeH="0" baseline="0" noProof="0">
              <a:ln>
                <a:noFill/>
              </a:ln>
              <a:solidFill>
                <a:srgbClr val="53565A"/>
              </a:solidFill>
              <a:effectLst/>
              <a:uLnTx/>
              <a:uFillTx/>
              <a:latin typeface="Segoe UI"/>
              <a:ea typeface="+mn-ea"/>
              <a:cs typeface="Arial" panose="020B0604020202020204" pitchFamily="34" charset="0"/>
            </a:endParaRPr>
          </a:p>
        </p:txBody>
      </p:sp>
      <p:sp>
        <p:nvSpPr>
          <p:cNvPr id="179" name="Text Placeholder 3">
            <a:extLst>
              <a:ext uri="{FF2B5EF4-FFF2-40B4-BE49-F238E27FC236}">
                <a16:creationId xmlns:a16="http://schemas.microsoft.com/office/drawing/2014/main" id="{A6BDEEF9-0BD4-400F-37EE-9EEE51FCF5B3}"/>
              </a:ext>
            </a:extLst>
          </p:cNvPr>
          <p:cNvSpPr txBox="1">
            <a:spLocks/>
          </p:cNvSpPr>
          <p:nvPr>
            <p:custDataLst>
              <p:tags r:id="rId1"/>
            </p:custDataLst>
          </p:nvPr>
        </p:nvSpPr>
        <p:spPr>
          <a:xfrm>
            <a:off x="463547" y="832490"/>
            <a:ext cx="11264900" cy="464060"/>
          </a:xfrm>
          <a:prstGeom prst="rect">
            <a:avLst/>
          </a:prstGeom>
        </p:spPr>
        <p:txBody>
          <a:bodyPr/>
          <a:lstStyle>
            <a:lvl1pPr marL="0" indent="0" algn="l" defTabSz="1219170" rtl="0" eaLnBrk="1" latinLnBrk="0" hangingPunct="1">
              <a:spcBef>
                <a:spcPts val="0"/>
              </a:spcBef>
              <a:spcAft>
                <a:spcPts val="1333"/>
              </a:spcAft>
              <a:buSzPct val="100000"/>
              <a:buFont typeface="Arial" panose="020B0604020202020204" pitchFamily="34" charset="0"/>
              <a:buNone/>
              <a:defRPr sz="1200" b="0" kern="1200">
                <a:solidFill>
                  <a:schemeClr val="tx1"/>
                </a:solidFill>
                <a:latin typeface="+mn-lt"/>
                <a:ea typeface="+mn-ea"/>
                <a:cs typeface="+mn-cs"/>
              </a:defRPr>
            </a:lvl1pPr>
            <a:lvl2pPr marL="0" indent="0" algn="l" defTabSz="1219170" rtl="0" eaLnBrk="1" latinLnBrk="0" hangingPunct="1">
              <a:spcBef>
                <a:spcPts val="0"/>
              </a:spcBef>
              <a:spcAft>
                <a:spcPts val="1333"/>
              </a:spcAft>
              <a:buClrTx/>
              <a:buSzPct val="100000"/>
              <a:buFont typeface="Arial"/>
              <a:buNone/>
              <a:defRPr lang="en-US" sz="1200" b="1" kern="1200" dirty="0" smtClean="0">
                <a:solidFill>
                  <a:schemeClr val="tx1"/>
                </a:solidFill>
                <a:latin typeface="+mn-lt"/>
                <a:ea typeface="+mn-ea"/>
                <a:cs typeface="+mn-cs"/>
              </a:defRPr>
            </a:lvl2pPr>
            <a:lvl3pPr marL="169863" indent="-169863" algn="l" defTabSz="1219170" rtl="0" eaLnBrk="1" latinLnBrk="0" hangingPunct="1">
              <a:spcBef>
                <a:spcPts val="0"/>
              </a:spcBef>
              <a:spcAft>
                <a:spcPts val="600"/>
              </a:spcAft>
              <a:buClrTx/>
              <a:buSzPct val="120000"/>
              <a:buFont typeface="Arial" panose="020B0604020202020204" pitchFamily="34" charset="0"/>
              <a:buChar char="•"/>
              <a:defRPr lang="en-US" sz="1200" kern="1200" dirty="0" smtClean="0">
                <a:solidFill>
                  <a:schemeClr val="tx1"/>
                </a:solidFill>
                <a:latin typeface="+mn-lt"/>
                <a:ea typeface="+mn-ea"/>
                <a:cs typeface="+mn-cs"/>
              </a:defRPr>
            </a:lvl3pPr>
            <a:lvl4pPr marL="284163" indent="-114300" algn="l" defTabSz="1219170" rtl="0" eaLnBrk="1" latinLnBrk="0" hangingPunct="1">
              <a:spcBef>
                <a:spcPts val="0"/>
              </a:spcBef>
              <a:spcAft>
                <a:spcPts val="600"/>
              </a:spcAft>
              <a:buClrTx/>
              <a:buSzPct val="100000"/>
              <a:buFont typeface="Arial" panose="020B0604020202020204" pitchFamily="34" charset="0"/>
              <a:buChar char="•"/>
              <a:defRPr lang="en-US" sz="1200" kern="1200" baseline="0" dirty="0" smtClean="0">
                <a:solidFill>
                  <a:schemeClr val="tx1"/>
                </a:solidFill>
                <a:latin typeface="+mn-lt"/>
                <a:ea typeface="+mn-ea"/>
                <a:cs typeface="+mn-cs"/>
              </a:defRPr>
            </a:lvl4pPr>
            <a:lvl5pPr marL="400050" indent="-115888" algn="l" defTabSz="1064657" rtl="0" eaLnBrk="1" latinLnBrk="0" hangingPunct="1">
              <a:spcBef>
                <a:spcPts val="0"/>
              </a:spcBef>
              <a:spcAft>
                <a:spcPts val="600"/>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marL="0" marR="0" lvl="0" indent="0" algn="l" defTabSz="1219170" rtl="0" eaLnBrk="1" fontAlgn="auto" latinLnBrk="0" hangingPunct="1">
              <a:lnSpc>
                <a:spcPct val="100000"/>
              </a:lnSpc>
              <a:spcBef>
                <a:spcPts val="0"/>
              </a:spcBef>
              <a:spcAft>
                <a:spcPts val="1333"/>
              </a:spcAft>
              <a:buClrTx/>
              <a:buSzPct val="100000"/>
              <a:buFont typeface="Arial" panose="020B0604020202020204" pitchFamily="34" charset="0"/>
              <a:buNone/>
              <a:tabLst/>
              <a:defRPr/>
            </a:pPr>
            <a:r>
              <a:rPr kumimoji="0" lang="en-US" sz="1100" b="0" i="0" u="none" strike="noStrike" kern="1200" cap="none" spc="0" normalizeH="0" baseline="0" noProof="0">
                <a:ln>
                  <a:noFill/>
                </a:ln>
                <a:solidFill>
                  <a:srgbClr val="6B7280"/>
                </a:solidFill>
                <a:effectLst/>
                <a:uLnTx/>
                <a:uFillTx/>
                <a:latin typeface="Segoe UI"/>
                <a:ea typeface="Open Sans" panose="020B0606030504020204" pitchFamily="34" charset="0"/>
                <a:cs typeface="Open Sans" panose="020B0606030504020204" pitchFamily="34" charset="0"/>
              </a:rPr>
              <a:t>Over the course of 14 weeks , Deloitte will support the transformation phase for the following compliance areas: Fraud, AML, Dispute Resolution, and TPRM &amp; Oversight. </a:t>
            </a:r>
          </a:p>
        </p:txBody>
      </p:sp>
      <p:sp>
        <p:nvSpPr>
          <p:cNvPr id="181" name="Title 3">
            <a:extLst>
              <a:ext uri="{FF2B5EF4-FFF2-40B4-BE49-F238E27FC236}">
                <a16:creationId xmlns:a16="http://schemas.microsoft.com/office/drawing/2014/main" id="{4489DFBD-3072-D685-FAF4-C342AD445532}"/>
              </a:ext>
            </a:extLst>
          </p:cNvPr>
          <p:cNvSpPr txBox="1">
            <a:spLocks/>
          </p:cNvSpPr>
          <p:nvPr>
            <p:custDataLst>
              <p:tags r:id="rId2"/>
            </p:custDataLst>
          </p:nvPr>
        </p:nvSpPr>
        <p:spPr>
          <a:xfrm>
            <a:off x="457200" y="430082"/>
            <a:ext cx="11281285" cy="340136"/>
          </a:xfrm>
        </p:spPr>
        <p:txBody>
          <a:bodyPr/>
          <a:lstStyle>
            <a:lvl1pPr algn="l" defTabSz="1219170" rtl="0" eaLnBrk="1" latinLnBrk="0" hangingPunct="1">
              <a:spcBef>
                <a:spcPct val="0"/>
              </a:spcBef>
              <a:buNone/>
              <a:defRPr sz="2200" kern="1200">
                <a:solidFill>
                  <a:schemeClr val="tx1"/>
                </a:solidFill>
                <a:latin typeface="Calibri" panose="020F0502020204030204" pitchFamily="34" charset="0"/>
                <a:ea typeface="+mj-ea"/>
                <a:cs typeface="Calibri" panose="020F0502020204030204" pitchFamily="34" charset="0"/>
              </a:defRPr>
            </a:lvl1pPr>
          </a:lstStyle>
          <a:p>
            <a:pPr marL="0" marR="0" lvl="0" indent="0" algn="l" defTabSz="121917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a:ln>
                  <a:noFill/>
                </a:ln>
                <a:solidFill>
                  <a:srgbClr val="53565A"/>
                </a:solidFill>
                <a:effectLst/>
                <a:uLnTx/>
                <a:uFillTx/>
                <a:latin typeface="Open Sans" panose="020B0606030504020204" pitchFamily="34" charset="0"/>
                <a:ea typeface="Open Sans" panose="020B0606030504020204" pitchFamily="34" charset="0"/>
                <a:cs typeface="Open Sans" panose="020B0606030504020204" pitchFamily="34" charset="0"/>
              </a:rPr>
              <a:t>Engagement Scope and Timelines</a:t>
            </a:r>
          </a:p>
        </p:txBody>
      </p:sp>
      <p:sp>
        <p:nvSpPr>
          <p:cNvPr id="3" name="Rectangle: Rounded Corners 2">
            <a:extLst>
              <a:ext uri="{FF2B5EF4-FFF2-40B4-BE49-F238E27FC236}">
                <a16:creationId xmlns:a16="http://schemas.microsoft.com/office/drawing/2014/main" id="{2E98DD87-CC6D-C67C-B20B-E6BC62E1CF37}"/>
              </a:ext>
            </a:extLst>
          </p:cNvPr>
          <p:cNvSpPr/>
          <p:nvPr/>
        </p:nvSpPr>
        <p:spPr bwMode="gray">
          <a:xfrm>
            <a:off x="240435" y="5686826"/>
            <a:ext cx="5255489" cy="1039342"/>
          </a:xfrm>
          <a:prstGeom prst="roundRect">
            <a:avLst/>
          </a:prstGeom>
          <a:noFill/>
          <a:ln w="19050" algn="ctr">
            <a:noFill/>
            <a:miter lim="800000"/>
            <a:headEnd/>
            <a:tailEnd/>
          </a:ln>
        </p:spPr>
        <p:txBody>
          <a:bodyPr wrap="square" lIns="88900" tIns="88900" rIns="88900" bIns="88900" rtlCol="0" anchor="ctr"/>
          <a:lstStyle/>
          <a:p>
            <a:pPr marL="171450" marR="0" lvl="0" indent="-171450" algn="l" defTabSz="1219170" rtl="0" eaLnBrk="1" fontAlgn="t" latinLnBrk="0" hangingPunct="1">
              <a:lnSpc>
                <a:spcPct val="100000"/>
              </a:lnSpc>
              <a:spcBef>
                <a:spcPts val="0"/>
              </a:spcBef>
              <a:spcAft>
                <a:spcPts val="0"/>
              </a:spcAft>
              <a:buClrTx/>
              <a:buSzTx/>
              <a:buFont typeface="Arial" panose="020B0604020202020204" pitchFamily="34" charset="0"/>
              <a:buChar char="•"/>
              <a:tabLst/>
              <a:defRPr/>
            </a:pPr>
            <a:endParaRPr kumimoji="0" lang="en-CA" sz="900" b="0" i="0" u="none" strike="noStrike" kern="1200" cap="none" spc="0" normalizeH="0" baseline="0" noProof="0">
              <a:ln>
                <a:noFill/>
              </a:ln>
              <a:solidFill>
                <a:srgbClr val="53565A"/>
              </a:solidFill>
              <a:effectLst/>
              <a:uLnTx/>
              <a:uFillTx/>
              <a:latin typeface="Arial" panose="020B0604020202020204" pitchFamily="34" charset="0"/>
              <a:ea typeface="+mn-ea"/>
              <a:cs typeface="+mn-cs"/>
            </a:endParaRPr>
          </a:p>
        </p:txBody>
      </p:sp>
      <p:grpSp>
        <p:nvGrpSpPr>
          <p:cNvPr id="13" name="Group 12">
            <a:extLst>
              <a:ext uri="{FF2B5EF4-FFF2-40B4-BE49-F238E27FC236}">
                <a16:creationId xmlns:a16="http://schemas.microsoft.com/office/drawing/2014/main" id="{AC4D132C-BBF9-2767-4729-225712430B4C}"/>
              </a:ext>
            </a:extLst>
          </p:cNvPr>
          <p:cNvGrpSpPr/>
          <p:nvPr/>
        </p:nvGrpSpPr>
        <p:grpSpPr>
          <a:xfrm>
            <a:off x="314307" y="5360362"/>
            <a:ext cx="5255489" cy="1365807"/>
            <a:chOff x="314307" y="5360362"/>
            <a:chExt cx="5255489" cy="1365807"/>
          </a:xfrm>
        </p:grpSpPr>
        <p:sp>
          <p:nvSpPr>
            <p:cNvPr id="5" name="Rectangle: Rounded Corners 115">
              <a:extLst>
                <a:ext uri="{FF2B5EF4-FFF2-40B4-BE49-F238E27FC236}">
                  <a16:creationId xmlns:a16="http://schemas.microsoft.com/office/drawing/2014/main" id="{71A0A0B1-7306-BB17-3DC0-FF2441DBC916}"/>
                </a:ext>
              </a:extLst>
            </p:cNvPr>
            <p:cNvSpPr>
              <a:spLocks/>
            </p:cNvSpPr>
            <p:nvPr/>
          </p:nvSpPr>
          <p:spPr bwMode="gray">
            <a:xfrm>
              <a:off x="314307" y="5542769"/>
              <a:ext cx="5255489" cy="1183400"/>
            </a:xfrm>
            <a:prstGeom prst="roundRect">
              <a:avLst>
                <a:gd name="adj" fmla="val 6382"/>
              </a:avLst>
            </a:prstGeom>
            <a:noFill/>
            <a:ln w="19050" algn="ctr">
              <a:solidFill>
                <a:schemeClr val="tx1"/>
              </a:solidFill>
              <a:miter lim="800000"/>
              <a:headEnd/>
              <a:tailEnd/>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srgbClr val="53565A"/>
                </a:solidFill>
                <a:effectLst/>
                <a:uLnTx/>
                <a:uFillTx/>
                <a:latin typeface="Segoe UI"/>
                <a:ea typeface="+mn-ea"/>
                <a:cs typeface="+mn-cs"/>
              </a:endParaRPr>
            </a:p>
          </p:txBody>
        </p:sp>
        <p:sp>
          <p:nvSpPr>
            <p:cNvPr id="7" name="Rectangle 6">
              <a:extLst>
                <a:ext uri="{FF2B5EF4-FFF2-40B4-BE49-F238E27FC236}">
                  <a16:creationId xmlns:a16="http://schemas.microsoft.com/office/drawing/2014/main" id="{62059AF7-4CE3-6722-7C1D-1E2AC3AF80AE}"/>
                </a:ext>
              </a:extLst>
            </p:cNvPr>
            <p:cNvSpPr>
              <a:spLocks/>
            </p:cNvSpPr>
            <p:nvPr/>
          </p:nvSpPr>
          <p:spPr bwMode="gray">
            <a:xfrm>
              <a:off x="561852" y="5360362"/>
              <a:ext cx="2446184" cy="298095"/>
            </a:xfrm>
            <a:prstGeom prst="rect">
              <a:avLst/>
            </a:prstGeom>
            <a:solidFill>
              <a:schemeClr val="bg1"/>
            </a:solidFill>
            <a:ln w="12700" algn="ctr">
              <a:noFill/>
              <a:miter lim="800000"/>
              <a:headEnd/>
              <a:tailEnd/>
            </a:ln>
          </p:spPr>
          <p:txBody>
            <a:bodyPr wrap="square" lIns="0" tIns="45720" rIns="0" bIns="45720" rtlCol="0" anchor="ctr" anchorCtr="0">
              <a:spAutoFit/>
            </a:bodyPr>
            <a:lstStyle/>
            <a:p>
              <a:pPr marL="0" marR="0" lvl="1" indent="0" algn="ctr" defTabSz="1219170" rtl="0" eaLnBrk="1" fontAlgn="auto" latinLnBrk="0" hangingPunct="1">
                <a:lnSpc>
                  <a:spcPct val="112000"/>
                </a:lnSpc>
                <a:spcBef>
                  <a:spcPts val="600"/>
                </a:spcBef>
                <a:spcAft>
                  <a:spcPts val="600"/>
                </a:spcAft>
                <a:buClrTx/>
                <a:buSzTx/>
                <a:buFontTx/>
                <a:buNone/>
                <a:tabLst/>
                <a:defRPr/>
              </a:pPr>
              <a:r>
                <a:rPr kumimoji="0" lang="en-US" sz="1300" b="1" i="0" u="none" strike="noStrike" kern="1200" cap="none" spc="100" normalizeH="0" baseline="0" noProof="0">
                  <a:ln>
                    <a:noFill/>
                  </a:ln>
                  <a:solidFill>
                    <a:srgbClr val="53565A"/>
                  </a:solidFill>
                  <a:effectLst/>
                  <a:uLnTx/>
                  <a:uFillTx/>
                  <a:latin typeface="Segoe UI"/>
                  <a:ea typeface="Open Sans" panose="020B0606030504020204" pitchFamily="34" charset="0"/>
                  <a:cs typeface="Open Sans" panose="020B0606030504020204" pitchFamily="34" charset="0"/>
                </a:rPr>
                <a:t>Out of Scope Activities</a:t>
              </a:r>
              <a:endParaRPr kumimoji="0" lang="en-CA" sz="1300" b="0" i="0" u="none" strike="noStrike" kern="1200" cap="none" spc="100" normalizeH="0" baseline="0" noProof="0">
                <a:ln>
                  <a:noFill/>
                </a:ln>
                <a:solidFill>
                  <a:srgbClr val="53565A"/>
                </a:solidFill>
                <a:effectLst/>
                <a:uLnTx/>
                <a:uFillTx/>
                <a:latin typeface="Segoe UI"/>
                <a:ea typeface="Open Sans" panose="020B0606030504020204" pitchFamily="34" charset="0"/>
                <a:cs typeface="Open Sans" panose="020B0606030504020204" pitchFamily="34" charset="0"/>
              </a:endParaRPr>
            </a:p>
          </p:txBody>
        </p:sp>
        <p:sp>
          <p:nvSpPr>
            <p:cNvPr id="12" name="TextBox 11">
              <a:extLst>
                <a:ext uri="{FF2B5EF4-FFF2-40B4-BE49-F238E27FC236}">
                  <a16:creationId xmlns:a16="http://schemas.microsoft.com/office/drawing/2014/main" id="{E777F54C-C67C-908F-DE84-58EC843D0142}"/>
                </a:ext>
              </a:extLst>
            </p:cNvPr>
            <p:cNvSpPr txBox="1"/>
            <p:nvPr/>
          </p:nvSpPr>
          <p:spPr>
            <a:xfrm>
              <a:off x="361290" y="5686129"/>
              <a:ext cx="5161523" cy="938719"/>
            </a:xfrm>
            <a:prstGeom prst="rect">
              <a:avLst/>
            </a:prstGeom>
            <a:noFill/>
          </p:spPr>
          <p:txBody>
            <a:bodyPr wrap="square">
              <a:spAutoFit/>
            </a:bodyPr>
            <a:lstStyle/>
            <a:p>
              <a:pPr marL="171450" marR="0" lvl="0" indent="-171450" algn="l" defTabSz="1219170" rtl="0" eaLnBrk="1" fontAlgn="t" latinLnBrk="0" hangingPunct="1">
                <a:lnSpc>
                  <a:spcPct val="100000"/>
                </a:lnSpc>
                <a:spcBef>
                  <a:spcPts val="0"/>
                </a:spcBef>
                <a:spcAft>
                  <a:spcPts val="600"/>
                </a:spcAft>
                <a:buClrTx/>
                <a:buSzTx/>
                <a:buFont typeface="Arial" panose="020B0604020202020204" pitchFamily="34" charset="0"/>
                <a:buChar char="•"/>
                <a:tabLst/>
                <a:defRPr/>
              </a:pPr>
              <a:r>
                <a:rPr kumimoji="0" lang="en-CA" sz="900" b="0" i="0" u="none" strike="noStrike" kern="1200" cap="none" spc="0" normalizeH="0" baseline="0" noProof="0" dirty="0">
                  <a:ln>
                    <a:noFill/>
                  </a:ln>
                  <a:solidFill>
                    <a:srgbClr val="53565A"/>
                  </a:solidFill>
                  <a:effectLst/>
                  <a:uLnTx/>
                  <a:uFillTx/>
                  <a:latin typeface="Segoe UI"/>
                  <a:ea typeface="+mn-ea"/>
                  <a:cs typeface="+mn-cs"/>
                </a:rPr>
                <a:t>Changes to accounting, GL, reconciliation, and financial posting processes are out of scope.</a:t>
              </a:r>
            </a:p>
            <a:p>
              <a:pPr marL="171450" marR="0" lvl="0" indent="-171450" algn="l" defTabSz="1219170" rtl="0" eaLnBrk="1" fontAlgn="t" latinLnBrk="0" hangingPunct="1">
                <a:lnSpc>
                  <a:spcPct val="100000"/>
                </a:lnSpc>
                <a:spcBef>
                  <a:spcPts val="0"/>
                </a:spcBef>
                <a:spcAft>
                  <a:spcPts val="600"/>
                </a:spcAft>
                <a:buClrTx/>
                <a:buSzTx/>
                <a:buFont typeface="Arial" panose="020B0604020202020204" pitchFamily="34" charset="0"/>
                <a:buChar char="•"/>
                <a:tabLst/>
                <a:defRPr/>
              </a:pPr>
              <a:r>
                <a:rPr kumimoji="0" lang="en-CA" sz="900" b="0" i="0" u="none" strike="noStrike" kern="1200" cap="none" spc="0" normalizeH="0" baseline="0" noProof="0" dirty="0">
                  <a:ln>
                    <a:noFill/>
                  </a:ln>
                  <a:solidFill>
                    <a:srgbClr val="53565A"/>
                  </a:solidFill>
                  <a:effectLst/>
                  <a:uLnTx/>
                  <a:uFillTx/>
                  <a:latin typeface="Segoe UI"/>
                  <a:ea typeface="+mn-ea"/>
                  <a:cs typeface="+mn-cs"/>
                </a:rPr>
                <a:t>Custom development, vendor implementation, and production configuration activities are out of scope.</a:t>
              </a:r>
            </a:p>
            <a:p>
              <a:pPr marL="171450" marR="0" lvl="0" indent="-171450" algn="l" defTabSz="1219170" rtl="0" eaLnBrk="1" fontAlgn="t" latinLnBrk="0" hangingPunct="1">
                <a:lnSpc>
                  <a:spcPct val="100000"/>
                </a:lnSpc>
                <a:spcBef>
                  <a:spcPts val="0"/>
                </a:spcBef>
                <a:spcAft>
                  <a:spcPts val="600"/>
                </a:spcAft>
                <a:buClrTx/>
                <a:buSzTx/>
                <a:buFont typeface="Arial" panose="020B0604020202020204" pitchFamily="34" charset="0"/>
                <a:buChar char="•"/>
                <a:tabLst/>
                <a:defRPr/>
              </a:pPr>
              <a:r>
                <a:rPr kumimoji="0" lang="en-CA" sz="900" b="0" i="0" u="none" strike="noStrike" kern="1200" cap="none" spc="0" normalizeH="0" baseline="0" noProof="0" dirty="0">
                  <a:ln>
                    <a:noFill/>
                  </a:ln>
                  <a:solidFill>
                    <a:srgbClr val="53565A"/>
                  </a:solidFill>
                  <a:effectLst/>
                  <a:uLnTx/>
                  <a:uFillTx/>
                  <a:latin typeface="Segoe UI"/>
                  <a:ea typeface="+mn-ea"/>
                  <a:cs typeface="+mn-cs"/>
                </a:rPr>
                <a:t>The DataVisor workstream excludes system build, configuration, migration execution, and production deployment activities.</a:t>
              </a:r>
            </a:p>
          </p:txBody>
        </p:sp>
      </p:grpSp>
      <p:grpSp>
        <p:nvGrpSpPr>
          <p:cNvPr id="14" name="Group 13">
            <a:extLst>
              <a:ext uri="{FF2B5EF4-FFF2-40B4-BE49-F238E27FC236}">
                <a16:creationId xmlns:a16="http://schemas.microsoft.com/office/drawing/2014/main" id="{BA509A83-B512-114F-7488-8A5C17CF17D6}"/>
              </a:ext>
            </a:extLst>
          </p:cNvPr>
          <p:cNvGrpSpPr/>
          <p:nvPr/>
        </p:nvGrpSpPr>
        <p:grpSpPr>
          <a:xfrm>
            <a:off x="6017083" y="5360362"/>
            <a:ext cx="5255489" cy="1365807"/>
            <a:chOff x="314307" y="5360362"/>
            <a:chExt cx="5255489" cy="1365807"/>
          </a:xfrm>
        </p:grpSpPr>
        <p:sp>
          <p:nvSpPr>
            <p:cNvPr id="15" name="Rectangle: Rounded Corners 115">
              <a:extLst>
                <a:ext uri="{FF2B5EF4-FFF2-40B4-BE49-F238E27FC236}">
                  <a16:creationId xmlns:a16="http://schemas.microsoft.com/office/drawing/2014/main" id="{41BF987F-A218-5051-5465-A5371CAFFFFC}"/>
                </a:ext>
              </a:extLst>
            </p:cNvPr>
            <p:cNvSpPr>
              <a:spLocks/>
            </p:cNvSpPr>
            <p:nvPr/>
          </p:nvSpPr>
          <p:spPr bwMode="gray">
            <a:xfrm>
              <a:off x="314307" y="5542769"/>
              <a:ext cx="5255489" cy="1183400"/>
            </a:xfrm>
            <a:prstGeom prst="roundRect">
              <a:avLst>
                <a:gd name="adj" fmla="val 6382"/>
              </a:avLst>
            </a:prstGeom>
            <a:noFill/>
            <a:ln w="19050" algn="ctr">
              <a:solidFill>
                <a:schemeClr val="tx1"/>
              </a:solidFill>
              <a:miter lim="800000"/>
              <a:headEnd/>
              <a:tailEnd/>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srgbClr val="53565A"/>
                </a:solidFill>
                <a:effectLst/>
                <a:uLnTx/>
                <a:uFillTx/>
                <a:latin typeface="Segoe UI"/>
                <a:ea typeface="+mn-ea"/>
                <a:cs typeface="+mn-cs"/>
              </a:endParaRPr>
            </a:p>
          </p:txBody>
        </p:sp>
        <p:sp>
          <p:nvSpPr>
            <p:cNvPr id="16" name="Rectangle 15">
              <a:extLst>
                <a:ext uri="{FF2B5EF4-FFF2-40B4-BE49-F238E27FC236}">
                  <a16:creationId xmlns:a16="http://schemas.microsoft.com/office/drawing/2014/main" id="{61C8240E-DA0A-CDEF-324E-D5BF8F6754D1}"/>
                </a:ext>
              </a:extLst>
            </p:cNvPr>
            <p:cNvSpPr>
              <a:spLocks/>
            </p:cNvSpPr>
            <p:nvPr/>
          </p:nvSpPr>
          <p:spPr bwMode="gray">
            <a:xfrm>
              <a:off x="561852" y="5360362"/>
              <a:ext cx="1574937" cy="298095"/>
            </a:xfrm>
            <a:prstGeom prst="rect">
              <a:avLst/>
            </a:prstGeom>
            <a:solidFill>
              <a:schemeClr val="bg1"/>
            </a:solidFill>
            <a:ln w="12700" algn="ctr">
              <a:noFill/>
              <a:miter lim="800000"/>
              <a:headEnd/>
              <a:tailEnd/>
            </a:ln>
          </p:spPr>
          <p:txBody>
            <a:bodyPr wrap="square" lIns="0" tIns="45720" rIns="0" bIns="45720" rtlCol="0" anchor="ctr" anchorCtr="0">
              <a:spAutoFit/>
            </a:bodyPr>
            <a:lstStyle/>
            <a:p>
              <a:pPr marL="0" marR="0" lvl="1" indent="0" algn="ctr" defTabSz="1219170" rtl="0" eaLnBrk="1" fontAlgn="auto" latinLnBrk="0" hangingPunct="1">
                <a:lnSpc>
                  <a:spcPct val="112000"/>
                </a:lnSpc>
                <a:spcBef>
                  <a:spcPts val="600"/>
                </a:spcBef>
                <a:spcAft>
                  <a:spcPts val="600"/>
                </a:spcAft>
                <a:buClrTx/>
                <a:buSzTx/>
                <a:buFontTx/>
                <a:buNone/>
                <a:tabLst/>
                <a:defRPr/>
              </a:pPr>
              <a:r>
                <a:rPr kumimoji="0" lang="en-US" sz="1300" b="1" i="0" u="none" strike="noStrike" kern="1200" cap="none" spc="100" normalizeH="0" baseline="0" noProof="0">
                  <a:ln>
                    <a:noFill/>
                  </a:ln>
                  <a:solidFill>
                    <a:srgbClr val="53565A"/>
                  </a:solidFill>
                  <a:effectLst/>
                  <a:uLnTx/>
                  <a:uFillTx/>
                  <a:latin typeface="Segoe UI"/>
                  <a:ea typeface="Open Sans" panose="020B0606030504020204" pitchFamily="34" charset="0"/>
                  <a:cs typeface="Open Sans" panose="020B0606030504020204" pitchFamily="34" charset="0"/>
                </a:rPr>
                <a:t>Assumptions</a:t>
              </a:r>
              <a:endParaRPr kumimoji="0" lang="en-CA" sz="1300" b="0" i="0" u="none" strike="noStrike" kern="1200" cap="none" spc="100" normalizeH="0" baseline="0" noProof="0">
                <a:ln>
                  <a:noFill/>
                </a:ln>
                <a:solidFill>
                  <a:srgbClr val="53565A"/>
                </a:solidFill>
                <a:effectLst/>
                <a:uLnTx/>
                <a:uFillTx/>
                <a:latin typeface="Segoe UI"/>
                <a:ea typeface="Open Sans" panose="020B0606030504020204" pitchFamily="34" charset="0"/>
                <a:cs typeface="Open Sans" panose="020B0606030504020204" pitchFamily="34" charset="0"/>
              </a:endParaRPr>
            </a:p>
          </p:txBody>
        </p:sp>
        <p:sp>
          <p:nvSpPr>
            <p:cNvPr id="17" name="TextBox 16">
              <a:extLst>
                <a:ext uri="{FF2B5EF4-FFF2-40B4-BE49-F238E27FC236}">
                  <a16:creationId xmlns:a16="http://schemas.microsoft.com/office/drawing/2014/main" id="{C51632A4-7BD3-0943-0637-776728C46CDD}"/>
                </a:ext>
              </a:extLst>
            </p:cNvPr>
            <p:cNvSpPr txBox="1"/>
            <p:nvPr/>
          </p:nvSpPr>
          <p:spPr>
            <a:xfrm>
              <a:off x="361290" y="5686129"/>
              <a:ext cx="5161523" cy="974626"/>
            </a:xfrm>
            <a:prstGeom prst="rect">
              <a:avLst/>
            </a:prstGeom>
            <a:solidFill>
              <a:schemeClr val="bg1"/>
            </a:solidFill>
          </p:spPr>
          <p:txBody>
            <a:bodyPr wrap="square">
              <a:spAutoFit/>
            </a:bodyPr>
            <a:lstStyle/>
            <a:p>
              <a:pPr marL="171450" marR="0" lvl="0" indent="-171450" algn="l" defTabSz="1219170" rtl="0" eaLnBrk="1" fontAlgn="auto" latinLnBrk="0" hangingPunct="1">
                <a:lnSpc>
                  <a:spcPct val="100000"/>
                </a:lnSpc>
                <a:spcBef>
                  <a:spcPts val="0"/>
                </a:spcBef>
                <a:spcAft>
                  <a:spcPts val="10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rgbClr val="53565A"/>
                  </a:solidFill>
                  <a:effectLst/>
                  <a:uLnTx/>
                  <a:uFillTx/>
                  <a:latin typeface="Segoe UI"/>
                  <a:ea typeface="+mn-ea"/>
                  <a:cs typeface="+mn-cs"/>
                </a:rPr>
                <a:t>Timely access to stakeholders and SMEs will be provided.</a:t>
              </a:r>
            </a:p>
            <a:p>
              <a:pPr marL="171450" marR="0" lvl="0" indent="-171450" algn="l" defTabSz="1219170" rtl="0" eaLnBrk="1" fontAlgn="auto" latinLnBrk="0" hangingPunct="1">
                <a:lnSpc>
                  <a:spcPct val="100000"/>
                </a:lnSpc>
                <a:spcBef>
                  <a:spcPts val="0"/>
                </a:spcBef>
                <a:spcAft>
                  <a:spcPts val="10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rgbClr val="53565A"/>
                  </a:solidFill>
                  <a:effectLst/>
                  <a:uLnTx/>
                  <a:uFillTx/>
                  <a:latin typeface="Segoe UI"/>
                  <a:ea typeface="+mn-ea"/>
                  <a:cs typeface="+mn-cs"/>
                </a:rPr>
                <a:t>Required documentation and artifacts will be made available.</a:t>
              </a:r>
            </a:p>
            <a:p>
              <a:pPr marL="171450" marR="0" lvl="0" indent="-171450" algn="l" defTabSz="1219170" rtl="0" eaLnBrk="1" fontAlgn="auto" latinLnBrk="0" hangingPunct="1">
                <a:lnSpc>
                  <a:spcPct val="100000"/>
                </a:lnSpc>
                <a:spcBef>
                  <a:spcPts val="0"/>
                </a:spcBef>
                <a:spcAft>
                  <a:spcPts val="10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rgbClr val="53565A"/>
                  </a:solidFill>
                  <a:effectLst/>
                  <a:uLnTx/>
                  <a:uFillTx/>
                  <a:latin typeface="Segoe UI"/>
                  <a:ea typeface="+mn-ea"/>
                  <a:cs typeface="+mn-cs"/>
                </a:rPr>
                <a:t>Feedback on deliverables will be provided within five (5) business days.</a:t>
              </a:r>
            </a:p>
            <a:p>
              <a:pPr marL="171450" marR="0" lvl="0" indent="-171450" algn="l" defTabSz="1219170" rtl="0" eaLnBrk="1" fontAlgn="auto" latinLnBrk="0" hangingPunct="1">
                <a:lnSpc>
                  <a:spcPct val="100000"/>
                </a:lnSpc>
                <a:spcBef>
                  <a:spcPts val="0"/>
                </a:spcBef>
                <a:spcAft>
                  <a:spcPts val="10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rgbClr val="53565A"/>
                  </a:solidFill>
                  <a:effectLst/>
                  <a:uLnTx/>
                  <a:uFillTx/>
                  <a:latin typeface="Segoe UI"/>
                  <a:ea typeface="+mn-ea"/>
                  <a:cs typeface="+mn-cs"/>
                </a:rPr>
                <a:t>Access to relevant documentation, data, and reporting artifacts will be provided.</a:t>
              </a:r>
            </a:p>
            <a:p>
              <a:pPr marL="171450" marR="0" lvl="0" indent="-171450" algn="l" defTabSz="1219170" rtl="0" eaLnBrk="1" fontAlgn="auto" latinLnBrk="0" hangingPunct="1">
                <a:lnSpc>
                  <a:spcPct val="100000"/>
                </a:lnSpc>
                <a:spcBef>
                  <a:spcPts val="0"/>
                </a:spcBef>
                <a:spcAft>
                  <a:spcPts val="10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rgbClr val="53565A"/>
                  </a:solidFill>
                  <a:effectLst/>
                  <a:uLnTx/>
                  <a:uFillTx/>
                  <a:latin typeface="Segoe UI"/>
                  <a:ea typeface="+mn-ea"/>
                  <a:cs typeface="+mn-cs"/>
                </a:rPr>
                <a:t>All proposed rules, thresholds, and reporting criteria will require Beem approval prior to implementation.</a:t>
              </a:r>
            </a:p>
          </p:txBody>
        </p:sp>
      </p:grpSp>
      <p:sp>
        <p:nvSpPr>
          <p:cNvPr id="161" name="Star: 5 Points 160">
            <a:extLst>
              <a:ext uri="{FF2B5EF4-FFF2-40B4-BE49-F238E27FC236}">
                <a16:creationId xmlns:a16="http://schemas.microsoft.com/office/drawing/2014/main" id="{CDF69ABD-F28A-64FE-C532-388B58A7049C}"/>
              </a:ext>
            </a:extLst>
          </p:cNvPr>
          <p:cNvSpPr/>
          <p:nvPr/>
        </p:nvSpPr>
        <p:spPr>
          <a:xfrm>
            <a:off x="10376400" y="3785473"/>
            <a:ext cx="182880" cy="182880"/>
          </a:xfrm>
          <a:prstGeom prst="star5">
            <a:avLst/>
          </a:prstGeom>
          <a:solidFill>
            <a:srgbClr val="FFC000"/>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800" b="1" i="0" u="none" strike="noStrike" kern="1200" cap="none" spc="0" normalizeH="0" baseline="0" noProof="0">
              <a:ln>
                <a:noFill/>
              </a:ln>
              <a:solidFill>
                <a:sysClr val="windowText" lastClr="000000"/>
              </a:solidFill>
              <a:effectLst/>
              <a:uLnTx/>
              <a:uFillTx/>
              <a:latin typeface="Segoe UI"/>
              <a:ea typeface="+mn-ea"/>
              <a:cs typeface="Arial" panose="020B0604020202020204" pitchFamily="34" charset="0"/>
            </a:endParaRPr>
          </a:p>
        </p:txBody>
      </p:sp>
    </p:spTree>
    <p:extLst>
      <p:ext uri="{BB962C8B-B14F-4D97-AF65-F5344CB8AC3E}">
        <p14:creationId xmlns:p14="http://schemas.microsoft.com/office/powerpoint/2010/main" val="36735674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7CE91F-13DB-0A54-D408-0FDE2CCBF465}"/>
            </a:ext>
          </a:extLst>
        </p:cNvPr>
        <p:cNvGrpSpPr/>
        <p:nvPr/>
      </p:nvGrpSpPr>
      <p:grpSpPr>
        <a:xfrm>
          <a:off x="0" y="0"/>
          <a:ext cx="0" cy="0"/>
          <a:chOff x="0" y="0"/>
          <a:chExt cx="0" cy="0"/>
        </a:xfrm>
      </p:grpSpPr>
      <p:sp>
        <p:nvSpPr>
          <p:cNvPr id="66" name="Rectangle 65">
            <a:extLst>
              <a:ext uri="{FF2B5EF4-FFF2-40B4-BE49-F238E27FC236}">
                <a16:creationId xmlns:a16="http://schemas.microsoft.com/office/drawing/2014/main" id="{69D96A53-8CBD-A357-A0BB-A916ED016DA0}"/>
              </a:ext>
            </a:extLst>
          </p:cNvPr>
          <p:cNvSpPr/>
          <p:nvPr/>
        </p:nvSpPr>
        <p:spPr bwMode="gray">
          <a:xfrm>
            <a:off x="4667173" y="966620"/>
            <a:ext cx="1520131" cy="267231"/>
          </a:xfrm>
          <a:prstGeom prst="rect">
            <a:avLst/>
          </a:prstGeom>
          <a:solidFill>
            <a:srgbClr val="FFFFFF"/>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Segoe UI"/>
              <a:ea typeface="+mn-ea"/>
              <a:cs typeface="Arial" panose="020B0604020202020204" pitchFamily="34" charset="0"/>
            </a:endParaRPr>
          </a:p>
        </p:txBody>
      </p:sp>
      <p:sp>
        <p:nvSpPr>
          <p:cNvPr id="179" name="Text Placeholder 3">
            <a:extLst>
              <a:ext uri="{FF2B5EF4-FFF2-40B4-BE49-F238E27FC236}">
                <a16:creationId xmlns:a16="http://schemas.microsoft.com/office/drawing/2014/main" id="{8E3BB9BA-1FE7-FDE3-335D-7683BAB42AC3}"/>
              </a:ext>
            </a:extLst>
          </p:cNvPr>
          <p:cNvSpPr txBox="1">
            <a:spLocks/>
          </p:cNvSpPr>
          <p:nvPr>
            <p:custDataLst>
              <p:tags r:id="rId1"/>
            </p:custDataLst>
          </p:nvPr>
        </p:nvSpPr>
        <p:spPr>
          <a:xfrm>
            <a:off x="463547" y="832490"/>
            <a:ext cx="11264900" cy="464060"/>
          </a:xfrm>
          <a:prstGeom prst="rect">
            <a:avLst/>
          </a:prstGeom>
        </p:spPr>
        <p:txBody>
          <a:bodyPr/>
          <a:lstStyle>
            <a:lvl1pPr marL="0" indent="0" algn="l" defTabSz="1219170" rtl="0" eaLnBrk="1" latinLnBrk="0" hangingPunct="1">
              <a:spcBef>
                <a:spcPts val="0"/>
              </a:spcBef>
              <a:spcAft>
                <a:spcPts val="1333"/>
              </a:spcAft>
              <a:buSzPct val="100000"/>
              <a:buFont typeface="Arial" panose="020B0604020202020204" pitchFamily="34" charset="0"/>
              <a:buNone/>
              <a:defRPr sz="1200" b="0" kern="1200">
                <a:solidFill>
                  <a:schemeClr val="tx1"/>
                </a:solidFill>
                <a:latin typeface="+mn-lt"/>
                <a:ea typeface="+mn-ea"/>
                <a:cs typeface="+mn-cs"/>
              </a:defRPr>
            </a:lvl1pPr>
            <a:lvl2pPr marL="0" indent="0" algn="l" defTabSz="1219170" rtl="0" eaLnBrk="1" latinLnBrk="0" hangingPunct="1">
              <a:spcBef>
                <a:spcPts val="0"/>
              </a:spcBef>
              <a:spcAft>
                <a:spcPts val="1333"/>
              </a:spcAft>
              <a:buClrTx/>
              <a:buSzPct val="100000"/>
              <a:buFont typeface="Arial"/>
              <a:buNone/>
              <a:defRPr lang="en-US" sz="1200" b="1" kern="1200" dirty="0" smtClean="0">
                <a:solidFill>
                  <a:schemeClr val="tx1"/>
                </a:solidFill>
                <a:latin typeface="+mn-lt"/>
                <a:ea typeface="+mn-ea"/>
                <a:cs typeface="+mn-cs"/>
              </a:defRPr>
            </a:lvl2pPr>
            <a:lvl3pPr marL="169863" indent="-169863" algn="l" defTabSz="1219170" rtl="0" eaLnBrk="1" latinLnBrk="0" hangingPunct="1">
              <a:spcBef>
                <a:spcPts val="0"/>
              </a:spcBef>
              <a:spcAft>
                <a:spcPts val="600"/>
              </a:spcAft>
              <a:buClrTx/>
              <a:buSzPct val="120000"/>
              <a:buFont typeface="Arial" panose="020B0604020202020204" pitchFamily="34" charset="0"/>
              <a:buChar char="•"/>
              <a:defRPr lang="en-US" sz="1200" kern="1200" dirty="0" smtClean="0">
                <a:solidFill>
                  <a:schemeClr val="tx1"/>
                </a:solidFill>
                <a:latin typeface="+mn-lt"/>
                <a:ea typeface="+mn-ea"/>
                <a:cs typeface="+mn-cs"/>
              </a:defRPr>
            </a:lvl3pPr>
            <a:lvl4pPr marL="284163" indent="-114300" algn="l" defTabSz="1219170" rtl="0" eaLnBrk="1" latinLnBrk="0" hangingPunct="1">
              <a:spcBef>
                <a:spcPts val="0"/>
              </a:spcBef>
              <a:spcAft>
                <a:spcPts val="600"/>
              </a:spcAft>
              <a:buClrTx/>
              <a:buSzPct val="100000"/>
              <a:buFont typeface="Arial" panose="020B0604020202020204" pitchFamily="34" charset="0"/>
              <a:buChar char="•"/>
              <a:defRPr lang="en-US" sz="1200" kern="1200" baseline="0" dirty="0" smtClean="0">
                <a:solidFill>
                  <a:schemeClr val="tx1"/>
                </a:solidFill>
                <a:latin typeface="+mn-lt"/>
                <a:ea typeface="+mn-ea"/>
                <a:cs typeface="+mn-cs"/>
              </a:defRPr>
            </a:lvl4pPr>
            <a:lvl5pPr marL="400050" indent="-115888" algn="l" defTabSz="1064657" rtl="0" eaLnBrk="1" latinLnBrk="0" hangingPunct="1">
              <a:spcBef>
                <a:spcPts val="0"/>
              </a:spcBef>
              <a:spcAft>
                <a:spcPts val="600"/>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marL="0" marR="0" lvl="0" indent="0" algn="l" defTabSz="1219170" rtl="0" eaLnBrk="1" fontAlgn="auto" latinLnBrk="0" hangingPunct="1">
              <a:lnSpc>
                <a:spcPct val="100000"/>
              </a:lnSpc>
              <a:spcBef>
                <a:spcPts val="0"/>
              </a:spcBef>
              <a:spcAft>
                <a:spcPts val="1333"/>
              </a:spcAft>
              <a:buClrTx/>
              <a:buSzPct val="100000"/>
              <a:buFont typeface="Arial" panose="020B0604020202020204" pitchFamily="34" charset="0"/>
              <a:buNone/>
              <a:tabLst/>
              <a:defRPr/>
            </a:pPr>
            <a:r>
              <a:rPr kumimoji="0" lang="en-US" sz="1100" b="0" i="0" u="none" strike="noStrike" kern="1200" cap="none" spc="0" normalizeH="0" baseline="0" noProof="0" dirty="0">
                <a:ln>
                  <a:noFill/>
                </a:ln>
                <a:solidFill>
                  <a:srgbClr val="6B7280"/>
                </a:solidFill>
                <a:effectLst/>
                <a:uLnTx/>
                <a:uFillTx/>
                <a:latin typeface="Segoe UI"/>
                <a:ea typeface="Open Sans" panose="020B0606030504020204" pitchFamily="34" charset="0"/>
                <a:cs typeface="Open Sans" panose="020B0606030504020204" pitchFamily="34" charset="0"/>
              </a:rPr>
              <a:t>Overview of the key fraud activities supporting Beem's Visa Debit program, including the activities, dependencies, and stakeholder engagement required for successful delivery.</a:t>
            </a:r>
          </a:p>
          <a:p>
            <a:pPr marL="0" marR="0" lvl="0" indent="0" algn="l" defTabSz="1219170" rtl="0" eaLnBrk="1" fontAlgn="auto" latinLnBrk="0" hangingPunct="1">
              <a:lnSpc>
                <a:spcPct val="100000"/>
              </a:lnSpc>
              <a:spcBef>
                <a:spcPts val="0"/>
              </a:spcBef>
              <a:spcAft>
                <a:spcPts val="1333"/>
              </a:spcAft>
              <a:buClrTx/>
              <a:buSzPct val="100000"/>
              <a:buFont typeface="Arial" panose="020B0604020202020204" pitchFamily="34" charset="0"/>
              <a:buNone/>
              <a:tabLst/>
              <a:defRPr/>
            </a:pPr>
            <a:endParaRPr kumimoji="0" lang="en-US" sz="1100" b="0" i="0" u="none" strike="noStrike" kern="1200" cap="none" spc="0" normalizeH="0" baseline="0" noProof="0" dirty="0">
              <a:ln>
                <a:noFill/>
              </a:ln>
              <a:solidFill>
                <a:srgbClr val="6B7280"/>
              </a:solidFill>
              <a:effectLst/>
              <a:uLnTx/>
              <a:uFillTx/>
              <a:latin typeface="Segoe UI"/>
              <a:ea typeface="Open Sans" panose="020B0606030504020204" pitchFamily="34" charset="0"/>
              <a:cs typeface="Open Sans" panose="020B0606030504020204" pitchFamily="34" charset="0"/>
            </a:endParaRPr>
          </a:p>
        </p:txBody>
      </p:sp>
      <p:sp>
        <p:nvSpPr>
          <p:cNvPr id="181" name="Title 3">
            <a:extLst>
              <a:ext uri="{FF2B5EF4-FFF2-40B4-BE49-F238E27FC236}">
                <a16:creationId xmlns:a16="http://schemas.microsoft.com/office/drawing/2014/main" id="{FAEAC48F-6109-BC07-7416-471FB8B16A3A}"/>
              </a:ext>
            </a:extLst>
          </p:cNvPr>
          <p:cNvSpPr txBox="1">
            <a:spLocks/>
          </p:cNvSpPr>
          <p:nvPr>
            <p:custDataLst>
              <p:tags r:id="rId2"/>
            </p:custDataLst>
          </p:nvPr>
        </p:nvSpPr>
        <p:spPr>
          <a:xfrm>
            <a:off x="457200" y="430082"/>
            <a:ext cx="11281285" cy="340136"/>
          </a:xfrm>
        </p:spPr>
        <p:txBody>
          <a:bodyPr/>
          <a:lstStyle>
            <a:lvl1pPr algn="l" defTabSz="1219170" rtl="0" eaLnBrk="1" latinLnBrk="0" hangingPunct="1">
              <a:spcBef>
                <a:spcPct val="0"/>
              </a:spcBef>
              <a:buNone/>
              <a:defRPr sz="2200" kern="1200">
                <a:solidFill>
                  <a:schemeClr val="tx1"/>
                </a:solidFill>
                <a:latin typeface="Calibri" panose="020F0502020204030204" pitchFamily="34" charset="0"/>
                <a:ea typeface="+mj-ea"/>
                <a:cs typeface="Calibri" panose="020F0502020204030204" pitchFamily="34" charset="0"/>
              </a:defRPr>
            </a:lvl1pPr>
          </a:lstStyle>
          <a:p>
            <a:pPr marL="0" marR="0" lvl="0" indent="0" algn="l" defTabSz="121917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rgbClr val="53565A"/>
                </a:solidFill>
                <a:effectLst/>
                <a:uLnTx/>
                <a:uFillTx/>
                <a:latin typeface="Open Sans" panose="020B0606030504020204" pitchFamily="34" charset="0"/>
                <a:ea typeface="Open Sans" panose="020B0606030504020204" pitchFamily="34" charset="0"/>
                <a:cs typeface="Open Sans" panose="020B0606030504020204" pitchFamily="34" charset="0"/>
              </a:rPr>
              <a:t>Fraud Activities Overview</a:t>
            </a:r>
          </a:p>
        </p:txBody>
      </p:sp>
      <p:graphicFrame>
        <p:nvGraphicFramePr>
          <p:cNvPr id="3" name="Table 0">
            <a:extLst>
              <a:ext uri="{FF2B5EF4-FFF2-40B4-BE49-F238E27FC236}">
                <a16:creationId xmlns:a16="http://schemas.microsoft.com/office/drawing/2014/main" id="{79A0A1A7-8194-B4AF-5C30-27C47783C57A}"/>
              </a:ext>
            </a:extLst>
          </p:cNvPr>
          <p:cNvGraphicFramePr>
            <a:graphicFrameLocks noGrp="1"/>
          </p:cNvGraphicFramePr>
          <p:nvPr>
            <p:extLst>
              <p:ext uri="{D42A27DB-BD31-4B8C-83A1-F6EECF244321}">
                <p14:modId xmlns:p14="http://schemas.microsoft.com/office/powerpoint/2010/main" val="810771159"/>
              </p:ext>
            </p:extLst>
          </p:nvPr>
        </p:nvGraphicFramePr>
        <p:xfrm>
          <a:off x="336000" y="1233851"/>
          <a:ext cx="11520000" cy="5022485"/>
        </p:xfrm>
        <a:graphic>
          <a:graphicData uri="http://schemas.openxmlformats.org/drawingml/2006/table">
            <a:tbl>
              <a:tblPr/>
              <a:tblGrid>
                <a:gridCol w="360000">
                  <a:extLst>
                    <a:ext uri="{9D8B030D-6E8A-4147-A177-3AD203B41FA5}">
                      <a16:colId xmlns:a16="http://schemas.microsoft.com/office/drawing/2014/main" val="3560850904"/>
                    </a:ext>
                  </a:extLst>
                </a:gridCol>
                <a:gridCol w="1800000">
                  <a:extLst>
                    <a:ext uri="{9D8B030D-6E8A-4147-A177-3AD203B41FA5}">
                      <a16:colId xmlns:a16="http://schemas.microsoft.com/office/drawing/2014/main" val="4018432735"/>
                    </a:ext>
                  </a:extLst>
                </a:gridCol>
                <a:gridCol w="3960000">
                  <a:extLst>
                    <a:ext uri="{9D8B030D-6E8A-4147-A177-3AD203B41FA5}">
                      <a16:colId xmlns:a16="http://schemas.microsoft.com/office/drawing/2014/main" val="20000"/>
                    </a:ext>
                  </a:extLst>
                </a:gridCol>
                <a:gridCol w="3960000">
                  <a:extLst>
                    <a:ext uri="{9D8B030D-6E8A-4147-A177-3AD203B41FA5}">
                      <a16:colId xmlns:a16="http://schemas.microsoft.com/office/drawing/2014/main" val="20001"/>
                    </a:ext>
                  </a:extLst>
                </a:gridCol>
                <a:gridCol w="1440000">
                  <a:extLst>
                    <a:ext uri="{9D8B030D-6E8A-4147-A177-3AD203B41FA5}">
                      <a16:colId xmlns:a16="http://schemas.microsoft.com/office/drawing/2014/main" val="20002"/>
                    </a:ext>
                  </a:extLst>
                </a:gridCol>
              </a:tblGrid>
              <a:tr h="467360">
                <a:tc>
                  <a:txBody>
                    <a:bodyPr/>
                    <a:lstStyle/>
                    <a:p>
                      <a:pPr marL="0" indent="0" algn="ctr">
                        <a:buNone/>
                      </a:pPr>
                      <a:r>
                        <a:rPr lang="en-US" sz="1200" b="1">
                          <a:solidFill>
                            <a:srgbClr val="FFFFFF"/>
                          </a:solidFill>
                          <a:latin typeface="+mn-lt"/>
                        </a:rPr>
                        <a:t>#</a:t>
                      </a:r>
                      <a:endParaRPr lang="en-US" sz="1200">
                        <a:latin typeface="+mn-lt"/>
                      </a:endParaRP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accent1">
                        <a:lumMod val="50000"/>
                      </a:schemeClr>
                    </a:solidFill>
                  </a:tcPr>
                </a:tc>
                <a:tc>
                  <a:txBody>
                    <a:bodyPr/>
                    <a:lstStyle/>
                    <a:p>
                      <a:pPr marL="0" indent="0">
                        <a:buNone/>
                      </a:pPr>
                      <a:r>
                        <a:rPr lang="en-US" sz="1200" b="1" dirty="0">
                          <a:solidFill>
                            <a:srgbClr val="FFFFFF"/>
                          </a:solidFill>
                          <a:latin typeface="+mn-lt"/>
                        </a:rPr>
                        <a:t>Activity</a:t>
                      </a:r>
                      <a:endParaRPr lang="en-US" sz="1200" dirty="0">
                        <a:latin typeface="+mn-lt"/>
                      </a:endParaRP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accent1">
                        <a:lumMod val="50000"/>
                      </a:schemeClr>
                    </a:solidFill>
                  </a:tcPr>
                </a:tc>
                <a:tc>
                  <a:txBody>
                    <a:bodyPr/>
                    <a:lstStyle/>
                    <a:p>
                      <a:pPr marL="0" indent="0">
                        <a:buNone/>
                      </a:pPr>
                      <a:r>
                        <a:rPr lang="en-US" sz="1200" b="1" dirty="0">
                          <a:solidFill>
                            <a:srgbClr val="FFFFFF"/>
                          </a:solidFill>
                          <a:latin typeface="+mn-lt"/>
                        </a:rPr>
                        <a:t>Description</a:t>
                      </a:r>
                      <a:endParaRPr lang="en-US" sz="1200" dirty="0">
                        <a:latin typeface="+mn-lt"/>
                      </a:endParaRP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accent1">
                        <a:lumMod val="50000"/>
                      </a:schemeClr>
                    </a:solidFill>
                  </a:tcPr>
                </a:tc>
                <a:tc>
                  <a:txBody>
                    <a:bodyPr/>
                    <a:lstStyle/>
                    <a:p>
                      <a:pPr marL="0" indent="0">
                        <a:buNone/>
                      </a:pPr>
                      <a:r>
                        <a:rPr lang="en-US" sz="1200" b="1" dirty="0">
                          <a:solidFill>
                            <a:srgbClr val="FFFFFF"/>
                          </a:solidFill>
                          <a:latin typeface="+mn-lt"/>
                        </a:rPr>
                        <a:t>Document Needed</a:t>
                      </a:r>
                      <a:endParaRPr lang="en-US" sz="1200" dirty="0">
                        <a:latin typeface="+mn-lt"/>
                      </a:endParaRP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accent1">
                        <a:lumMod val="50000"/>
                      </a:schemeClr>
                    </a:solidFill>
                  </a:tcPr>
                </a:tc>
                <a:tc>
                  <a:txBody>
                    <a:bodyPr/>
                    <a:lstStyle/>
                    <a:p>
                      <a:pPr marL="0" indent="0" algn="ctr">
                        <a:buNone/>
                      </a:pPr>
                      <a:r>
                        <a:rPr lang="en-US" sz="1200" b="1" dirty="0">
                          <a:solidFill>
                            <a:srgbClr val="FFFFFF"/>
                          </a:solidFill>
                        </a:rPr>
                        <a:t>Beem Point of Contact</a:t>
                      </a:r>
                      <a:endParaRPr lang="en-US" sz="1200" dirty="0">
                        <a:solidFill>
                          <a:srgbClr val="FF0000"/>
                        </a:solidFill>
                      </a:endParaRP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10000"/>
                  </a:ext>
                </a:extLst>
              </a:tr>
              <a:tr h="886381">
                <a:tc>
                  <a:txBody>
                    <a:bodyPr/>
                    <a:lstStyle/>
                    <a:p>
                      <a:pPr marL="0" indent="0" algn="ctr">
                        <a:buNone/>
                      </a:pPr>
                      <a:r>
                        <a:rPr lang="en-US" sz="950" b="1" dirty="0">
                          <a:solidFill>
                            <a:schemeClr val="tx1"/>
                          </a:solidFill>
                          <a:latin typeface="+mn-lt"/>
                        </a:rPr>
                        <a:t>1</a:t>
                      </a: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tc>
                  <a:txBody>
                    <a:bodyPr/>
                    <a:lstStyle/>
                    <a:p>
                      <a:pPr marL="0" indent="0">
                        <a:buNone/>
                      </a:pPr>
                      <a:r>
                        <a:rPr lang="en-US" sz="950" b="1" dirty="0">
                          <a:solidFill>
                            <a:schemeClr val="tx1"/>
                          </a:solidFill>
                          <a:latin typeface="+mn-lt"/>
                        </a:rPr>
                        <a:t>Design and Document Fraud Investigation Operating Model &amp; Process</a:t>
                      </a: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tc>
                  <a:txBody>
                    <a:bodyPr/>
                    <a:lstStyle/>
                    <a:p>
                      <a:pPr marL="0" lvl="0" indent="0">
                        <a:lnSpc>
                          <a:spcPct val="100000"/>
                        </a:lnSpc>
                        <a:spcBef>
                          <a:spcPts val="1100"/>
                        </a:spcBef>
                        <a:buFont typeface="Symbol" panose="05050102010706020507" pitchFamily="18" charset="2"/>
                        <a:buNone/>
                        <a:tabLst>
                          <a:tab pos="365760" algn="l"/>
                          <a:tab pos="731520" algn="l"/>
                          <a:tab pos="1097280" algn="l"/>
                          <a:tab pos="1463040" algn="l"/>
                          <a:tab pos="1828800" algn="l"/>
                        </a:tabLst>
                      </a:pPr>
                      <a:r>
                        <a:rPr lang="en-CA" sz="900" b="0" i="1" dirty="0">
                          <a:solidFill>
                            <a:schemeClr val="tx1"/>
                          </a:solidFill>
                          <a:effectLst/>
                          <a:latin typeface="+mn-lt"/>
                          <a:ea typeface="Times New Roman" panose="02020603050405020304" pitchFamily="18" charset="0"/>
                          <a:cs typeface="Times New Roman" panose="02020603050405020304" pitchFamily="18" charset="0"/>
                        </a:rPr>
                        <a:t>Design and document the end-to-end debit card fraud investigation operating model, including investigation workflows, decisioning criteria, escalation paths, alert disposition procedures, transaction review processes, and Visa’s first-party fraud governance. Deliver comprehensive Standard Operating Procedures (SOPs), process documentation, and investigator guidance materials to support ongoing fraud operations, across Everlink eDetect and </a:t>
                      </a:r>
                      <a:r>
                        <a:rPr lang="en-CA" sz="900" b="0" i="1" dirty="0" err="1">
                          <a:solidFill>
                            <a:schemeClr val="tx1"/>
                          </a:solidFill>
                          <a:effectLst/>
                          <a:latin typeface="+mn-lt"/>
                          <a:ea typeface="Times New Roman" panose="02020603050405020304" pitchFamily="18" charset="0"/>
                          <a:cs typeface="Times New Roman" panose="02020603050405020304" pitchFamily="18" charset="0"/>
                        </a:rPr>
                        <a:t>eAuthenticate</a:t>
                      </a:r>
                      <a:r>
                        <a:rPr lang="en-CA" sz="900" b="0" i="1" dirty="0">
                          <a:solidFill>
                            <a:schemeClr val="tx1"/>
                          </a:solidFill>
                          <a:effectLst/>
                          <a:latin typeface="+mn-lt"/>
                          <a:ea typeface="Times New Roman" panose="02020603050405020304" pitchFamily="18" charset="0"/>
                          <a:cs typeface="Times New Roman" panose="02020603050405020304" pitchFamily="18" charset="0"/>
                        </a:rPr>
                        <a:t> platforms.</a:t>
                      </a:r>
                      <a:endParaRPr lang="en-CA" sz="900" b="1" i="1" dirty="0">
                        <a:solidFill>
                          <a:schemeClr val="tx1"/>
                        </a:solidFill>
                        <a:effectLst/>
                        <a:latin typeface="+mn-lt"/>
                        <a:ea typeface="Times New Roman" panose="02020603050405020304" pitchFamily="18" charset="0"/>
                        <a:cs typeface="Times New Roman" panose="02020603050405020304" pitchFamily="18" charset="0"/>
                      </a:endParaRPr>
                    </a:p>
                  </a:txBody>
                  <a:tcPr marL="68580" marR="68580" marT="0" marB="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tc>
                  <a:txBody>
                    <a:bodyPr/>
                    <a:lstStyle/>
                    <a:p>
                      <a:pPr marL="0" indent="0">
                        <a:spcAft>
                          <a:spcPts val="0"/>
                        </a:spcAft>
                        <a:buFont typeface="Arial" panose="020B0604020202020204" pitchFamily="34" charset="0"/>
                        <a:buNone/>
                      </a:pPr>
                      <a:r>
                        <a:rPr lang="en-US" sz="900" b="1" i="1" dirty="0">
                          <a:solidFill>
                            <a:srgbClr val="DA291C"/>
                          </a:solidFill>
                          <a:latin typeface="+mn-lt"/>
                        </a:rPr>
                        <a:t>By Thursday Sept 10 EOD</a:t>
                      </a:r>
                    </a:p>
                    <a:p>
                      <a:pPr marL="171450" indent="-171450">
                        <a:spcAft>
                          <a:spcPts val="0"/>
                        </a:spcAft>
                        <a:buFont typeface="Arial" panose="020B0604020202020204" pitchFamily="34" charset="0"/>
                        <a:buChar char="•"/>
                      </a:pPr>
                      <a:r>
                        <a:rPr kumimoji="0" lang="en-US" sz="900" b="0" i="0" u="none" strike="noStrike" kern="1200" cap="none" spc="0" normalizeH="0" baseline="0" noProof="0" dirty="0">
                          <a:ln>
                            <a:noFill/>
                          </a:ln>
                          <a:solidFill>
                            <a:schemeClr val="tx1"/>
                          </a:solidFill>
                          <a:effectLst/>
                          <a:uLnTx/>
                          <a:uFillTx/>
                          <a:latin typeface="+mn-lt"/>
                          <a:ea typeface="+mn-ea"/>
                          <a:cs typeface="+mn-cs"/>
                        </a:rPr>
                        <a:t>Current </a:t>
                      </a:r>
                      <a:r>
                        <a:rPr lang="en-US" sz="900" b="0" i="0" dirty="0">
                          <a:solidFill>
                            <a:schemeClr val="tx1"/>
                          </a:solidFill>
                          <a:latin typeface="+mn-lt"/>
                        </a:rPr>
                        <a:t>enterprise fraud policies</a:t>
                      </a:r>
                    </a:p>
                    <a:p>
                      <a:pPr marL="171450" indent="-171450">
                        <a:spcAft>
                          <a:spcPts val="0"/>
                        </a:spcAft>
                        <a:buFont typeface="Arial" panose="020B0604020202020204" pitchFamily="34" charset="0"/>
                        <a:buChar char="•"/>
                      </a:pPr>
                      <a:r>
                        <a:rPr kumimoji="0" lang="en-US" sz="900" b="0" i="0" u="none" strike="noStrike" kern="1200" cap="none" spc="0" normalizeH="0" baseline="0" noProof="0" dirty="0">
                          <a:ln>
                            <a:noFill/>
                          </a:ln>
                          <a:solidFill>
                            <a:schemeClr val="tx1"/>
                          </a:solidFill>
                          <a:effectLst/>
                          <a:uLnTx/>
                          <a:uFillTx/>
                          <a:latin typeface="+mn-lt"/>
                          <a:ea typeface="+mn-ea"/>
                          <a:cs typeface="+mn-cs"/>
                        </a:rPr>
                        <a:t>Current </a:t>
                      </a:r>
                      <a:r>
                        <a:rPr lang="en-US" sz="900" b="0" i="0" dirty="0">
                          <a:solidFill>
                            <a:schemeClr val="tx1"/>
                          </a:solidFill>
                          <a:latin typeface="+mn-lt"/>
                        </a:rPr>
                        <a:t>fraud investigation and case management process</a:t>
                      </a: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tc>
                  <a:txBody>
                    <a:bodyPr/>
                    <a:lstStyle/>
                    <a:p>
                      <a:pPr marL="0" indent="0" algn="ctr">
                        <a:buNone/>
                      </a:pPr>
                      <a:r>
                        <a:rPr lang="en-US" sz="950" i="1" dirty="0">
                          <a:solidFill>
                            <a:schemeClr val="tx1"/>
                          </a:solidFill>
                        </a:rPr>
                        <a:t>Jesse Y.</a:t>
                      </a: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778653">
                <a:tc>
                  <a:txBody>
                    <a:bodyPr/>
                    <a:lstStyle/>
                    <a:p>
                      <a:pPr marL="0" indent="0" algn="ctr">
                        <a:buNone/>
                      </a:pPr>
                      <a:r>
                        <a:rPr lang="en-US" sz="950" b="1">
                          <a:solidFill>
                            <a:schemeClr val="tx1"/>
                          </a:solidFill>
                          <a:latin typeface="+mn-lt"/>
                        </a:rPr>
                        <a:t>2</a:t>
                      </a: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tc>
                  <a:txBody>
                    <a:bodyPr/>
                    <a:lstStyle/>
                    <a:p>
                      <a:pPr marL="0" indent="0">
                        <a:buNone/>
                      </a:pPr>
                      <a:r>
                        <a:rPr lang="en-US" sz="950" b="1" dirty="0">
                          <a:solidFill>
                            <a:schemeClr val="tx1"/>
                          </a:solidFill>
                          <a:latin typeface="+mn-lt"/>
                        </a:rPr>
                        <a:t>Design DataVisor Monitoring Requirements</a:t>
                      </a: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tc>
                  <a:txBody>
                    <a:bodyPr/>
                    <a:lstStyle/>
                    <a:p>
                      <a:pPr marL="0" indent="0">
                        <a:lnSpc>
                          <a:spcPct val="100000"/>
                        </a:lnSpc>
                        <a:buNone/>
                      </a:pPr>
                      <a:r>
                        <a:rPr lang="en-US" sz="900" b="0" i="1" dirty="0">
                          <a:solidFill>
                            <a:schemeClr val="tx1"/>
                          </a:solidFill>
                          <a:latin typeface="+mn-lt"/>
                        </a:rPr>
                        <a:t>Design DataVisor Visa debit fraud monitoring requirements, including data integration architecture, monitoring use cases, fraud detection rules, and governance considerations.</a:t>
                      </a: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tc rowSpan="2">
                  <a:txBody>
                    <a:bodyPr/>
                    <a:lstStyle/>
                    <a:p>
                      <a:pPr marL="0" marR="0" lvl="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900" b="1" i="1" dirty="0">
                          <a:solidFill>
                            <a:srgbClr val="DA291C"/>
                          </a:solidFill>
                          <a:latin typeface="+mn-lt"/>
                        </a:rPr>
                        <a:t>By Thursday Sept 10 EOD</a:t>
                      </a:r>
                      <a:endParaRPr kumimoji="0" lang="en-US" sz="900" b="1" i="0" u="none" strike="noStrike" kern="1200" cap="none" spc="0" normalizeH="0" baseline="0" noProof="0" dirty="0">
                        <a:ln>
                          <a:noFill/>
                        </a:ln>
                        <a:solidFill>
                          <a:schemeClr val="accent1"/>
                        </a:solidFill>
                        <a:effectLst/>
                        <a:uLnTx/>
                        <a:uFillTx/>
                        <a:latin typeface="+mn-lt"/>
                        <a:ea typeface="+mn-ea"/>
                        <a:cs typeface="+mn-cs"/>
                      </a:endParaRP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chemeClr val="tx1"/>
                          </a:solidFill>
                          <a:effectLst/>
                          <a:uLnTx/>
                          <a:uFillTx/>
                          <a:latin typeface="+mn-lt"/>
                          <a:ea typeface="+mn-ea"/>
                          <a:cs typeface="+mn-cs"/>
                        </a:rPr>
                        <a:t>DataVisor solution overview and design specification</a:t>
                      </a: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chemeClr val="tx1"/>
                          </a:solidFill>
                          <a:effectLst/>
                          <a:uLnTx/>
                          <a:uFillTx/>
                          <a:latin typeface="+mn-lt"/>
                          <a:ea typeface="+mn-ea"/>
                          <a:cs typeface="+mn-cs"/>
                        </a:rPr>
                        <a:t>Current DataVisor transaction / data flows diagram, solution architecture, and integration diagram</a:t>
                      </a: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900" b="0" i="1" u="none" strike="noStrike" kern="1200" cap="none" spc="0" normalizeH="0" baseline="0" noProof="0" dirty="0">
                          <a:ln>
                            <a:noFill/>
                          </a:ln>
                          <a:solidFill>
                            <a:schemeClr val="tx1"/>
                          </a:solidFill>
                          <a:effectLst/>
                          <a:uLnTx/>
                          <a:uFillTx/>
                          <a:latin typeface="+mn-lt"/>
                          <a:ea typeface="+mn-ea"/>
                          <a:cs typeface="+mn-cs"/>
                        </a:rPr>
                        <a:t>Jesse Y.</a:t>
                      </a: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1078992">
                <a:tc>
                  <a:txBody>
                    <a:bodyPr/>
                    <a:lstStyle/>
                    <a:p>
                      <a:pPr marL="0" indent="0" algn="ctr">
                        <a:buNone/>
                      </a:pPr>
                      <a:r>
                        <a:rPr lang="en-US" sz="950" b="1" dirty="0">
                          <a:solidFill>
                            <a:schemeClr val="tx1"/>
                          </a:solidFill>
                          <a:latin typeface="+mn-lt"/>
                        </a:rPr>
                        <a:t>3</a:t>
                      </a: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tc>
                  <a:txBody>
                    <a:bodyPr/>
                    <a:lstStyle/>
                    <a:p>
                      <a:pPr marL="0" indent="0">
                        <a:buNone/>
                      </a:pPr>
                      <a:r>
                        <a:rPr lang="en-US" sz="950" b="1" dirty="0">
                          <a:solidFill>
                            <a:schemeClr val="tx1"/>
                          </a:solidFill>
                          <a:latin typeface="+mn-lt"/>
                        </a:rPr>
                        <a:t>Develop Everlink -&gt; DataVisor Transition Roadmap</a:t>
                      </a:r>
                    </a:p>
                    <a:p>
                      <a:pPr marL="0" indent="0">
                        <a:buNone/>
                      </a:pPr>
                      <a:endParaRPr lang="en-US" sz="950" b="1" dirty="0">
                        <a:solidFill>
                          <a:schemeClr val="tx1"/>
                        </a:solidFill>
                        <a:latin typeface="+mn-lt"/>
                      </a:endParaRP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tc>
                  <a:txBody>
                    <a:bodyPr/>
                    <a:lstStyle/>
                    <a:p>
                      <a:pPr marL="0" lvl="0" indent="0">
                        <a:lnSpc>
                          <a:spcPct val="100000"/>
                        </a:lnSpc>
                        <a:spcBef>
                          <a:spcPts val="1100"/>
                        </a:spcBef>
                        <a:buFont typeface="Symbol" panose="05050102010706020507" pitchFamily="18" charset="2"/>
                        <a:buNone/>
                        <a:tabLst>
                          <a:tab pos="365760" algn="l"/>
                          <a:tab pos="731520" algn="l"/>
                          <a:tab pos="1097280" algn="l"/>
                          <a:tab pos="1463040" algn="l"/>
                          <a:tab pos="1828800" algn="l"/>
                        </a:tabLst>
                      </a:pPr>
                      <a:r>
                        <a:rPr lang="en-US" sz="900" b="0" i="1" dirty="0">
                          <a:solidFill>
                            <a:schemeClr val="tx1"/>
                          </a:solidFill>
                          <a:effectLst/>
                          <a:latin typeface="+mn-lt"/>
                          <a:ea typeface="Times New Roman" panose="02020603050405020304" pitchFamily="18" charset="0"/>
                          <a:cs typeface="Times New Roman" panose="02020603050405020304" pitchFamily="18" charset="0"/>
                        </a:rPr>
                        <a:t>Develop a comprehensive integration and transition roadmap for the migration of fraud monitoring capabilities from Everlink to DataVisor following Visa Debit launch. The roadmap will include data integration requirements, operating model impacts, implementation sequencing, testing and validation activities, cutover considerations, risk mitigation strategies, and transition governance to support a seamless migration to the future-state platform.</a:t>
                      </a:r>
                      <a:endParaRPr lang="en-CA" sz="900" b="1" i="1" dirty="0">
                        <a:solidFill>
                          <a:schemeClr val="tx1"/>
                        </a:solidFill>
                        <a:effectLst/>
                        <a:latin typeface="+mn-lt"/>
                        <a:ea typeface="Times New Roman" panose="02020603050405020304" pitchFamily="18" charset="0"/>
                        <a:cs typeface="Times New Roman" panose="02020603050405020304" pitchFamily="18" charset="0"/>
                      </a:endParaRPr>
                    </a:p>
                  </a:txBody>
                  <a:tcPr marL="68580" marR="68580" marT="0" marB="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tc vMerge="1">
                  <a:txBody>
                    <a:bodyPr/>
                    <a:lstStyle/>
                    <a:p>
                      <a:endParaRPr dirty="0"/>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956" b="0" i="1" u="none" strike="noStrike" kern="1200" cap="none" spc="0" normalizeH="0" baseline="0" noProof="0" dirty="0">
                          <a:ln>
                            <a:noFill/>
                          </a:ln>
                          <a:solidFill>
                            <a:schemeClr val="tx1"/>
                          </a:solidFill>
                          <a:effectLst/>
                          <a:uLnTx/>
                          <a:uFillTx/>
                          <a:latin typeface="+mn-lt"/>
                          <a:ea typeface="+mn-ea"/>
                          <a:cs typeface="+mn-cs"/>
                        </a:rPr>
                        <a:t>Shikhar or David or Cynthia </a:t>
                      </a:r>
                      <a:r>
                        <a:rPr kumimoji="0" lang="en-US" sz="956" b="0" i="1" u="none" strike="noStrike" kern="1200" cap="none" spc="0" normalizeH="0" baseline="0" noProof="0" dirty="0">
                          <a:ln>
                            <a:noFill/>
                          </a:ln>
                          <a:solidFill>
                            <a:srgbClr val="DA291C"/>
                          </a:solidFill>
                          <a:effectLst/>
                          <a:uLnTx/>
                          <a:uFillTx/>
                          <a:latin typeface="+mn-lt"/>
                          <a:ea typeface="+mn-ea"/>
                          <a:cs typeface="+mn-cs"/>
                        </a:rPr>
                        <a:t>(TBC) </a:t>
                      </a:r>
                      <a:br>
                        <a:rPr kumimoji="0" lang="en-US" sz="956" b="0" i="1" u="none" strike="noStrike" kern="1200" cap="none" spc="0" normalizeH="0" baseline="0" noProof="0" dirty="0">
                          <a:ln>
                            <a:noFill/>
                          </a:ln>
                          <a:solidFill>
                            <a:srgbClr val="DA291C"/>
                          </a:solidFill>
                          <a:effectLst/>
                          <a:uLnTx/>
                          <a:uFillTx/>
                          <a:latin typeface="+mn-lt"/>
                          <a:ea typeface="+mn-ea"/>
                          <a:cs typeface="+mn-cs"/>
                        </a:rPr>
                      </a:br>
                      <a:r>
                        <a:rPr kumimoji="0" lang="en-US" sz="956" b="0" i="1" u="none" strike="noStrike" kern="1200" cap="none" spc="0" normalizeH="0" baseline="0" noProof="0" dirty="0">
                          <a:ln>
                            <a:noFill/>
                          </a:ln>
                          <a:solidFill>
                            <a:schemeClr val="tx1"/>
                          </a:solidFill>
                          <a:effectLst/>
                          <a:uLnTx/>
                          <a:uFillTx/>
                          <a:latin typeface="+mn-lt"/>
                          <a:ea typeface="+mn-ea"/>
                          <a:cs typeface="+mn-cs"/>
                        </a:rPr>
                        <a:t>Manoj – For technical specifications</a:t>
                      </a: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868680">
                <a:tc>
                  <a:txBody>
                    <a:bodyPr/>
                    <a:lstStyle/>
                    <a:p>
                      <a:pPr marL="0" indent="0" algn="ctr">
                        <a:buNone/>
                      </a:pPr>
                      <a:r>
                        <a:rPr lang="en-US" sz="950" b="1" dirty="0">
                          <a:solidFill>
                            <a:schemeClr val="tx1"/>
                          </a:solidFill>
                          <a:latin typeface="+mn-lt"/>
                        </a:rPr>
                        <a:t>4</a:t>
                      </a: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CA" sz="950" b="1" dirty="0">
                          <a:solidFill>
                            <a:schemeClr val="tx1"/>
                          </a:solidFill>
                          <a:latin typeface="+mn-lt"/>
                          <a:ea typeface="Open Sans" panose="020B0606030504020204" pitchFamily="34" charset="0"/>
                          <a:cs typeface="Open Sans" panose="020B0606030504020204" pitchFamily="34" charset="0"/>
                        </a:rPr>
                        <a:t>Develop Analytics-driven Fraud Detection Process </a:t>
                      </a: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tc>
                  <a:txBody>
                    <a:bodyPr/>
                    <a:lstStyle/>
                    <a:p>
                      <a:pPr marL="0" lvl="0" indent="0">
                        <a:lnSpc>
                          <a:spcPct val="100000"/>
                        </a:lnSpc>
                        <a:spcBef>
                          <a:spcPts val="1100"/>
                        </a:spcBef>
                        <a:buFont typeface="Symbol" panose="05050102010706020507" pitchFamily="18" charset="2"/>
                        <a:buNone/>
                        <a:tabLst>
                          <a:tab pos="365760" algn="l"/>
                          <a:tab pos="731520" algn="l"/>
                          <a:tab pos="1097280" algn="l"/>
                          <a:tab pos="1463040" algn="l"/>
                          <a:tab pos="1828800" algn="l"/>
                        </a:tabLst>
                      </a:pPr>
                      <a:r>
                        <a:rPr lang="en-CA" sz="900" b="0" i="1" dirty="0">
                          <a:solidFill>
                            <a:schemeClr val="tx1"/>
                          </a:solidFill>
                          <a:effectLst/>
                          <a:latin typeface="+mn-lt"/>
                          <a:ea typeface="Times New Roman" panose="02020603050405020304" pitchFamily="18" charset="0"/>
                          <a:cs typeface="Times New Roman" panose="02020603050405020304" pitchFamily="18" charset="0"/>
                        </a:rPr>
                        <a:t>Develop an analytics-driven fraud detection process to identify emerging fraud trends and anomalies based on authentication failure patterns. </a:t>
                      </a:r>
                      <a:endParaRPr lang="en-CA" sz="900" b="1" i="1" dirty="0">
                        <a:solidFill>
                          <a:schemeClr val="tx1"/>
                        </a:solidFill>
                        <a:effectLst/>
                        <a:latin typeface="+mn-lt"/>
                        <a:ea typeface="Times New Roman" panose="02020603050405020304" pitchFamily="18" charset="0"/>
                        <a:cs typeface="Times New Roman" panose="02020603050405020304" pitchFamily="18" charset="0"/>
                      </a:endParaRPr>
                    </a:p>
                  </a:txBody>
                  <a:tcPr marL="68580" marR="68580" marT="0" marB="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tc>
                  <a:txBody>
                    <a:bodyPr/>
                    <a:lstStyle/>
                    <a:p>
                      <a:pPr marL="0" marR="0" lvl="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900" b="0" i="1" u="none" strike="noStrike" kern="1200" cap="none" spc="0" normalizeH="0" baseline="0" noProof="0" dirty="0">
                          <a:ln>
                            <a:noFill/>
                          </a:ln>
                          <a:solidFill>
                            <a:srgbClr val="53565A"/>
                          </a:solidFill>
                          <a:effectLst/>
                          <a:uLnTx/>
                          <a:uFillTx/>
                          <a:latin typeface="+mn-lt"/>
                          <a:ea typeface="+mn-ea"/>
                          <a:cs typeface="+mn-cs"/>
                        </a:rPr>
                        <a:t>N / A - Design net-new analytics process; no existing Beem documentation required</a:t>
                      </a:r>
                      <a:endParaRPr lang="en-US" sz="900" b="1" i="0" dirty="0">
                        <a:solidFill>
                          <a:srgbClr val="86BC25"/>
                        </a:solidFill>
                        <a:latin typeface="+mn-lt"/>
                      </a:endParaRP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56" b="0" i="1" u="none" strike="noStrike" kern="1200" cap="none" spc="0" normalizeH="0" baseline="0" noProof="0" dirty="0">
                          <a:ln>
                            <a:noFill/>
                          </a:ln>
                          <a:solidFill>
                            <a:srgbClr val="53565A"/>
                          </a:solidFill>
                          <a:effectLst/>
                          <a:uLnTx/>
                          <a:uFillTx/>
                          <a:latin typeface="+mn-lt"/>
                          <a:ea typeface="+mn-ea"/>
                          <a:cs typeface="+mn-cs"/>
                        </a:rPr>
                        <a:t>Jesse Y.</a:t>
                      </a: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868680">
                <a:tc>
                  <a:txBody>
                    <a:bodyPr/>
                    <a:lstStyle/>
                    <a:p>
                      <a:pPr marL="0" indent="0" algn="ctr">
                        <a:buNone/>
                      </a:pPr>
                      <a:r>
                        <a:rPr lang="en-US" sz="950" b="1">
                          <a:solidFill>
                            <a:schemeClr val="tx1"/>
                          </a:solidFill>
                          <a:latin typeface="+mn-lt"/>
                        </a:rPr>
                        <a:t>5</a:t>
                      </a: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tc>
                  <a:txBody>
                    <a:bodyPr/>
                    <a:lstStyle/>
                    <a:p>
                      <a:pPr marL="0" indent="0">
                        <a:buNone/>
                      </a:pPr>
                      <a:r>
                        <a:rPr lang="en-US" sz="950" b="1" dirty="0">
                          <a:solidFill>
                            <a:schemeClr val="tx1"/>
                          </a:solidFill>
                          <a:latin typeface="+mn-lt"/>
                        </a:rPr>
                        <a:t>Update Fraud Reporting Process</a:t>
                      </a: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tc>
                  <a:txBody>
                    <a:bodyPr/>
                    <a:lstStyle/>
                    <a:p>
                      <a:pPr marL="0" indent="0">
                        <a:lnSpc>
                          <a:spcPct val="100000"/>
                        </a:lnSpc>
                        <a:buNone/>
                      </a:pPr>
                      <a:r>
                        <a:rPr lang="en-US" sz="900" b="0" i="1" dirty="0">
                          <a:solidFill>
                            <a:schemeClr val="tx1"/>
                          </a:solidFill>
                          <a:latin typeface="+mn-lt"/>
                        </a:rPr>
                        <a:t>Design and implement an internal fraud reporting framework, including fraud loss reporting, Visa threshold monitoring, management reporting, and Sponsor Bank and Visa reporting processes.</a:t>
                      </a: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tc>
                  <a:txBody>
                    <a:bodyPr/>
                    <a:lstStyle/>
                    <a:p>
                      <a:pPr marL="171450" lvl="0" indent="-171450" fontAlgn="t">
                        <a:buFont typeface="Arial" panose="020B0604020202020204" pitchFamily="34" charset="0"/>
                        <a:buChar char="•"/>
                      </a:pPr>
                      <a:r>
                        <a:rPr lang="en-CA" sz="900" b="0" i="0" kern="1200" dirty="0">
                          <a:solidFill>
                            <a:schemeClr val="tx1"/>
                          </a:solidFill>
                          <a:effectLst/>
                          <a:latin typeface="+mn-lt"/>
                          <a:ea typeface="+mn-ea"/>
                          <a:cs typeface="+mn-cs"/>
                        </a:rPr>
                        <a:t>Current fraud loss reporting and/or dashboards</a:t>
                      </a:r>
                    </a:p>
                    <a:p>
                      <a:pPr marL="171450" lvl="0" indent="-171450" fontAlgn="t">
                        <a:buFont typeface="Arial" panose="020B0604020202020204" pitchFamily="34" charset="0"/>
                        <a:buChar char="•"/>
                      </a:pPr>
                      <a:r>
                        <a:rPr lang="en-CA" sz="900" b="0" i="0" kern="1200" dirty="0">
                          <a:solidFill>
                            <a:schemeClr val="tx1"/>
                          </a:solidFill>
                          <a:effectLst/>
                          <a:latin typeface="+mn-lt"/>
                          <a:ea typeface="+mn-ea"/>
                          <a:cs typeface="+mn-cs"/>
                        </a:rPr>
                        <a:t>Current fraud reporting process including cadence and reporting formats</a:t>
                      </a: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50" b="0" i="1" u="none" strike="noStrike" kern="1200" cap="none" spc="0" normalizeH="0" baseline="0" noProof="0" dirty="0">
                          <a:ln>
                            <a:noFill/>
                          </a:ln>
                          <a:solidFill>
                            <a:srgbClr val="53565A"/>
                          </a:solidFill>
                          <a:effectLst/>
                          <a:uLnTx/>
                          <a:uFillTx/>
                          <a:latin typeface="Segoe UI"/>
                          <a:ea typeface="+mn-ea"/>
                          <a:cs typeface="+mn-cs"/>
                        </a:rPr>
                        <a:t>Jesse Y.</a:t>
                      </a: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40842753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88EB8C-4E3A-CF21-1284-B3F4A494FDB5}"/>
            </a:ext>
          </a:extLst>
        </p:cNvPr>
        <p:cNvGrpSpPr/>
        <p:nvPr/>
      </p:nvGrpSpPr>
      <p:grpSpPr>
        <a:xfrm>
          <a:off x="0" y="0"/>
          <a:ext cx="0" cy="0"/>
          <a:chOff x="0" y="0"/>
          <a:chExt cx="0" cy="0"/>
        </a:xfrm>
      </p:grpSpPr>
      <p:sp>
        <p:nvSpPr>
          <p:cNvPr id="66" name="Rectangle 65">
            <a:extLst>
              <a:ext uri="{FF2B5EF4-FFF2-40B4-BE49-F238E27FC236}">
                <a16:creationId xmlns:a16="http://schemas.microsoft.com/office/drawing/2014/main" id="{79DBB5C8-9585-B1D6-890C-3DF8A448DE5F}"/>
              </a:ext>
            </a:extLst>
          </p:cNvPr>
          <p:cNvSpPr/>
          <p:nvPr/>
        </p:nvSpPr>
        <p:spPr bwMode="gray">
          <a:xfrm>
            <a:off x="4667173" y="966620"/>
            <a:ext cx="1520131" cy="267231"/>
          </a:xfrm>
          <a:prstGeom prst="rect">
            <a:avLst/>
          </a:prstGeom>
          <a:solidFill>
            <a:srgbClr val="FFFFFF"/>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Segoe UI"/>
              <a:ea typeface="+mn-ea"/>
              <a:cs typeface="Arial" panose="020B0604020202020204" pitchFamily="34" charset="0"/>
            </a:endParaRPr>
          </a:p>
        </p:txBody>
      </p:sp>
      <p:sp>
        <p:nvSpPr>
          <p:cNvPr id="179" name="Text Placeholder 3">
            <a:extLst>
              <a:ext uri="{FF2B5EF4-FFF2-40B4-BE49-F238E27FC236}">
                <a16:creationId xmlns:a16="http://schemas.microsoft.com/office/drawing/2014/main" id="{D854C927-18E0-9DC9-6E03-A0582E3A53C2}"/>
              </a:ext>
            </a:extLst>
          </p:cNvPr>
          <p:cNvSpPr txBox="1">
            <a:spLocks/>
          </p:cNvSpPr>
          <p:nvPr>
            <p:custDataLst>
              <p:tags r:id="rId1"/>
            </p:custDataLst>
          </p:nvPr>
        </p:nvSpPr>
        <p:spPr>
          <a:xfrm>
            <a:off x="463547" y="832490"/>
            <a:ext cx="11264900" cy="464060"/>
          </a:xfrm>
          <a:prstGeom prst="rect">
            <a:avLst/>
          </a:prstGeom>
        </p:spPr>
        <p:txBody>
          <a:bodyPr/>
          <a:lstStyle>
            <a:lvl1pPr marL="0" indent="0" algn="l" defTabSz="1219170" rtl="0" eaLnBrk="1" latinLnBrk="0" hangingPunct="1">
              <a:spcBef>
                <a:spcPts val="0"/>
              </a:spcBef>
              <a:spcAft>
                <a:spcPts val="1333"/>
              </a:spcAft>
              <a:buSzPct val="100000"/>
              <a:buFont typeface="Arial" panose="020B0604020202020204" pitchFamily="34" charset="0"/>
              <a:buNone/>
              <a:defRPr sz="1200" b="0" kern="1200">
                <a:solidFill>
                  <a:schemeClr val="tx1"/>
                </a:solidFill>
                <a:latin typeface="+mn-lt"/>
                <a:ea typeface="+mn-ea"/>
                <a:cs typeface="+mn-cs"/>
              </a:defRPr>
            </a:lvl1pPr>
            <a:lvl2pPr marL="0" indent="0" algn="l" defTabSz="1219170" rtl="0" eaLnBrk="1" latinLnBrk="0" hangingPunct="1">
              <a:spcBef>
                <a:spcPts val="0"/>
              </a:spcBef>
              <a:spcAft>
                <a:spcPts val="1333"/>
              </a:spcAft>
              <a:buClrTx/>
              <a:buSzPct val="100000"/>
              <a:buFont typeface="Arial"/>
              <a:buNone/>
              <a:defRPr lang="en-US" sz="1200" b="1" kern="1200" dirty="0" smtClean="0">
                <a:solidFill>
                  <a:schemeClr val="tx1"/>
                </a:solidFill>
                <a:latin typeface="+mn-lt"/>
                <a:ea typeface="+mn-ea"/>
                <a:cs typeface="+mn-cs"/>
              </a:defRPr>
            </a:lvl2pPr>
            <a:lvl3pPr marL="169863" indent="-169863" algn="l" defTabSz="1219170" rtl="0" eaLnBrk="1" latinLnBrk="0" hangingPunct="1">
              <a:spcBef>
                <a:spcPts val="0"/>
              </a:spcBef>
              <a:spcAft>
                <a:spcPts val="600"/>
              </a:spcAft>
              <a:buClrTx/>
              <a:buSzPct val="120000"/>
              <a:buFont typeface="Arial" panose="020B0604020202020204" pitchFamily="34" charset="0"/>
              <a:buChar char="•"/>
              <a:defRPr lang="en-US" sz="1200" kern="1200" dirty="0" smtClean="0">
                <a:solidFill>
                  <a:schemeClr val="tx1"/>
                </a:solidFill>
                <a:latin typeface="+mn-lt"/>
                <a:ea typeface="+mn-ea"/>
                <a:cs typeface="+mn-cs"/>
              </a:defRPr>
            </a:lvl3pPr>
            <a:lvl4pPr marL="284163" indent="-114300" algn="l" defTabSz="1219170" rtl="0" eaLnBrk="1" latinLnBrk="0" hangingPunct="1">
              <a:spcBef>
                <a:spcPts val="0"/>
              </a:spcBef>
              <a:spcAft>
                <a:spcPts val="600"/>
              </a:spcAft>
              <a:buClrTx/>
              <a:buSzPct val="100000"/>
              <a:buFont typeface="Arial" panose="020B0604020202020204" pitchFamily="34" charset="0"/>
              <a:buChar char="•"/>
              <a:defRPr lang="en-US" sz="1200" kern="1200" baseline="0" dirty="0" smtClean="0">
                <a:solidFill>
                  <a:schemeClr val="tx1"/>
                </a:solidFill>
                <a:latin typeface="+mn-lt"/>
                <a:ea typeface="+mn-ea"/>
                <a:cs typeface="+mn-cs"/>
              </a:defRPr>
            </a:lvl4pPr>
            <a:lvl5pPr marL="400050" indent="-115888" algn="l" defTabSz="1064657" rtl="0" eaLnBrk="1" latinLnBrk="0" hangingPunct="1">
              <a:spcBef>
                <a:spcPts val="0"/>
              </a:spcBef>
              <a:spcAft>
                <a:spcPts val="600"/>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marL="0" marR="0" lvl="0" indent="0" algn="l" defTabSz="1219170" rtl="0" eaLnBrk="1" fontAlgn="auto" latinLnBrk="0" hangingPunct="1">
              <a:lnSpc>
                <a:spcPct val="100000"/>
              </a:lnSpc>
              <a:spcBef>
                <a:spcPts val="0"/>
              </a:spcBef>
              <a:spcAft>
                <a:spcPts val="1333"/>
              </a:spcAft>
              <a:buClrTx/>
              <a:buSzPct val="100000"/>
              <a:buFont typeface="Arial" panose="020B0604020202020204" pitchFamily="34" charset="0"/>
              <a:buNone/>
              <a:tabLst/>
              <a:defRPr/>
            </a:pPr>
            <a:r>
              <a:rPr kumimoji="0" lang="en-US" sz="1100" b="0" i="0" u="none" strike="noStrike" kern="1200" cap="none" spc="0" normalizeH="0" baseline="0" noProof="0" dirty="0">
                <a:ln>
                  <a:noFill/>
                </a:ln>
                <a:solidFill>
                  <a:srgbClr val="6B7280"/>
                </a:solidFill>
                <a:effectLst/>
                <a:uLnTx/>
                <a:uFillTx/>
                <a:latin typeface="Segoe UI"/>
                <a:ea typeface="Open Sans" panose="020B0606030504020204" pitchFamily="34" charset="0"/>
                <a:cs typeface="Open Sans" panose="020B0606030504020204" pitchFamily="34" charset="0"/>
              </a:rPr>
              <a:t>Overview of the key AML activities supporting Beem's Visa Debit program, including the activities, dependencies, and stakeholder engagement required for successful delivery.</a:t>
            </a:r>
          </a:p>
          <a:p>
            <a:pPr marL="0" marR="0" lvl="0" indent="0" algn="l" defTabSz="1219170" rtl="0" eaLnBrk="1" fontAlgn="auto" latinLnBrk="0" hangingPunct="1">
              <a:lnSpc>
                <a:spcPct val="100000"/>
              </a:lnSpc>
              <a:spcBef>
                <a:spcPts val="0"/>
              </a:spcBef>
              <a:spcAft>
                <a:spcPts val="1333"/>
              </a:spcAft>
              <a:buClrTx/>
              <a:buSzPct val="100000"/>
              <a:buFont typeface="Arial" panose="020B0604020202020204" pitchFamily="34" charset="0"/>
              <a:buNone/>
              <a:tabLst/>
              <a:defRPr/>
            </a:pPr>
            <a:endParaRPr kumimoji="0" lang="en-US" sz="1100" b="0" i="0" u="none" strike="noStrike" kern="1200" cap="none" spc="0" normalizeH="0" baseline="0" noProof="0" dirty="0">
              <a:ln>
                <a:noFill/>
              </a:ln>
              <a:solidFill>
                <a:srgbClr val="6B7280"/>
              </a:solidFill>
              <a:effectLst/>
              <a:uLnTx/>
              <a:uFillTx/>
              <a:latin typeface="Segoe UI"/>
              <a:ea typeface="Open Sans" panose="020B0606030504020204" pitchFamily="34" charset="0"/>
              <a:cs typeface="Open Sans" panose="020B0606030504020204" pitchFamily="34" charset="0"/>
            </a:endParaRPr>
          </a:p>
        </p:txBody>
      </p:sp>
      <p:sp>
        <p:nvSpPr>
          <p:cNvPr id="181" name="Title 3">
            <a:extLst>
              <a:ext uri="{FF2B5EF4-FFF2-40B4-BE49-F238E27FC236}">
                <a16:creationId xmlns:a16="http://schemas.microsoft.com/office/drawing/2014/main" id="{3C855E62-5C0A-ABDC-21E6-3A3DDBE38905}"/>
              </a:ext>
            </a:extLst>
          </p:cNvPr>
          <p:cNvSpPr txBox="1">
            <a:spLocks/>
          </p:cNvSpPr>
          <p:nvPr>
            <p:custDataLst>
              <p:tags r:id="rId2"/>
            </p:custDataLst>
          </p:nvPr>
        </p:nvSpPr>
        <p:spPr>
          <a:xfrm>
            <a:off x="457200" y="430082"/>
            <a:ext cx="11281285" cy="340136"/>
          </a:xfrm>
        </p:spPr>
        <p:txBody>
          <a:bodyPr/>
          <a:lstStyle>
            <a:lvl1pPr algn="l" defTabSz="1219170" rtl="0" eaLnBrk="1" latinLnBrk="0" hangingPunct="1">
              <a:spcBef>
                <a:spcPct val="0"/>
              </a:spcBef>
              <a:buNone/>
              <a:defRPr sz="2200" kern="1200">
                <a:solidFill>
                  <a:schemeClr val="tx1"/>
                </a:solidFill>
                <a:latin typeface="Calibri" panose="020F0502020204030204" pitchFamily="34" charset="0"/>
                <a:ea typeface="+mj-ea"/>
                <a:cs typeface="Calibri" panose="020F0502020204030204" pitchFamily="34" charset="0"/>
              </a:defRPr>
            </a:lvl1pPr>
          </a:lstStyle>
          <a:p>
            <a:pPr marL="0" marR="0" lvl="0" indent="0" algn="l" defTabSz="121917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rgbClr val="53565A"/>
                </a:solidFill>
                <a:effectLst/>
                <a:uLnTx/>
                <a:uFillTx/>
                <a:latin typeface="Open Sans" panose="020B0606030504020204" pitchFamily="34" charset="0"/>
                <a:ea typeface="Open Sans" panose="020B0606030504020204" pitchFamily="34" charset="0"/>
                <a:cs typeface="Open Sans" panose="020B0606030504020204" pitchFamily="34" charset="0"/>
              </a:rPr>
              <a:t>AML Activities Overview</a:t>
            </a:r>
          </a:p>
        </p:txBody>
      </p:sp>
      <p:graphicFrame>
        <p:nvGraphicFramePr>
          <p:cNvPr id="3" name="Table 0">
            <a:extLst>
              <a:ext uri="{FF2B5EF4-FFF2-40B4-BE49-F238E27FC236}">
                <a16:creationId xmlns:a16="http://schemas.microsoft.com/office/drawing/2014/main" id="{A17FD1E0-A89F-49FB-6E2F-9413B38BB19E}"/>
              </a:ext>
            </a:extLst>
          </p:cNvPr>
          <p:cNvGraphicFramePr>
            <a:graphicFrameLocks noGrp="1"/>
          </p:cNvGraphicFramePr>
          <p:nvPr/>
        </p:nvGraphicFramePr>
        <p:xfrm>
          <a:off x="336000" y="1217339"/>
          <a:ext cx="11520000" cy="3193685"/>
        </p:xfrm>
        <a:graphic>
          <a:graphicData uri="http://schemas.openxmlformats.org/drawingml/2006/table">
            <a:tbl>
              <a:tblPr/>
              <a:tblGrid>
                <a:gridCol w="360000">
                  <a:extLst>
                    <a:ext uri="{9D8B030D-6E8A-4147-A177-3AD203B41FA5}">
                      <a16:colId xmlns:a16="http://schemas.microsoft.com/office/drawing/2014/main" val="2426392301"/>
                    </a:ext>
                  </a:extLst>
                </a:gridCol>
                <a:gridCol w="1800000">
                  <a:extLst>
                    <a:ext uri="{9D8B030D-6E8A-4147-A177-3AD203B41FA5}">
                      <a16:colId xmlns:a16="http://schemas.microsoft.com/office/drawing/2014/main" val="4018432735"/>
                    </a:ext>
                  </a:extLst>
                </a:gridCol>
                <a:gridCol w="3960000">
                  <a:extLst>
                    <a:ext uri="{9D8B030D-6E8A-4147-A177-3AD203B41FA5}">
                      <a16:colId xmlns:a16="http://schemas.microsoft.com/office/drawing/2014/main" val="20000"/>
                    </a:ext>
                  </a:extLst>
                </a:gridCol>
                <a:gridCol w="3960000">
                  <a:extLst>
                    <a:ext uri="{9D8B030D-6E8A-4147-A177-3AD203B41FA5}">
                      <a16:colId xmlns:a16="http://schemas.microsoft.com/office/drawing/2014/main" val="20001"/>
                    </a:ext>
                  </a:extLst>
                </a:gridCol>
                <a:gridCol w="1440000">
                  <a:extLst>
                    <a:ext uri="{9D8B030D-6E8A-4147-A177-3AD203B41FA5}">
                      <a16:colId xmlns:a16="http://schemas.microsoft.com/office/drawing/2014/main" val="20002"/>
                    </a:ext>
                  </a:extLst>
                </a:gridCol>
              </a:tblGrid>
              <a:tr h="467360">
                <a:tc>
                  <a:txBody>
                    <a:bodyPr/>
                    <a:lstStyle/>
                    <a:p>
                      <a:pPr marL="0" indent="0" algn="ctr">
                        <a:buNone/>
                      </a:pPr>
                      <a:r>
                        <a:rPr lang="en-US" sz="1200" b="1">
                          <a:solidFill>
                            <a:srgbClr val="FFFFFF"/>
                          </a:solidFill>
                          <a:latin typeface="+mn-lt"/>
                        </a:rPr>
                        <a:t>#</a:t>
                      </a:r>
                      <a:endParaRPr lang="en-US" sz="1200">
                        <a:latin typeface="+mn-lt"/>
                      </a:endParaRP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accent1">
                        <a:lumMod val="50000"/>
                      </a:schemeClr>
                    </a:solidFill>
                  </a:tcPr>
                </a:tc>
                <a:tc>
                  <a:txBody>
                    <a:bodyPr/>
                    <a:lstStyle/>
                    <a:p>
                      <a:pPr marL="0" indent="0">
                        <a:buNone/>
                      </a:pPr>
                      <a:r>
                        <a:rPr lang="en-US" sz="1200" b="1" dirty="0">
                          <a:solidFill>
                            <a:srgbClr val="FFFFFF"/>
                          </a:solidFill>
                          <a:latin typeface="+mn-lt"/>
                        </a:rPr>
                        <a:t>Activity</a:t>
                      </a:r>
                      <a:endParaRPr lang="en-US" sz="1200" dirty="0">
                        <a:latin typeface="+mn-lt"/>
                      </a:endParaRP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accent1">
                        <a:lumMod val="50000"/>
                      </a:schemeClr>
                    </a:solidFill>
                  </a:tcPr>
                </a:tc>
                <a:tc>
                  <a:txBody>
                    <a:bodyPr/>
                    <a:lstStyle/>
                    <a:p>
                      <a:pPr marL="0" indent="0">
                        <a:buNone/>
                      </a:pPr>
                      <a:r>
                        <a:rPr lang="en-US" sz="1200" b="1" dirty="0">
                          <a:solidFill>
                            <a:srgbClr val="FFFFFF"/>
                          </a:solidFill>
                          <a:latin typeface="+mn-lt"/>
                        </a:rPr>
                        <a:t>Description</a:t>
                      </a:r>
                      <a:endParaRPr lang="en-US" sz="1200" dirty="0">
                        <a:latin typeface="+mn-lt"/>
                      </a:endParaRP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accent1">
                        <a:lumMod val="50000"/>
                      </a:schemeClr>
                    </a:solidFill>
                  </a:tcPr>
                </a:tc>
                <a:tc>
                  <a:txBody>
                    <a:bodyPr/>
                    <a:lstStyle/>
                    <a:p>
                      <a:pPr marL="0" indent="0">
                        <a:buNone/>
                      </a:pPr>
                      <a:r>
                        <a:rPr lang="en-US" sz="1200" b="1">
                          <a:solidFill>
                            <a:srgbClr val="FFFFFF"/>
                          </a:solidFill>
                          <a:latin typeface="+mn-lt"/>
                        </a:rPr>
                        <a:t>Document Needed</a:t>
                      </a:r>
                      <a:endParaRPr lang="en-US" sz="1200">
                        <a:latin typeface="+mn-lt"/>
                      </a:endParaRP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accent1">
                        <a:lumMod val="50000"/>
                      </a:schemeClr>
                    </a:solidFill>
                  </a:tcPr>
                </a:tc>
                <a:tc>
                  <a:txBody>
                    <a:bodyPr/>
                    <a:lstStyle/>
                    <a:p>
                      <a:pPr marL="0" indent="0" algn="ctr">
                        <a:buNone/>
                      </a:pPr>
                      <a:r>
                        <a:rPr lang="en-US" sz="1200" b="1" dirty="0">
                          <a:solidFill>
                            <a:srgbClr val="FFFFFF"/>
                          </a:solidFill>
                        </a:rPr>
                        <a:t>Beem Point of Contact </a:t>
                      </a:r>
                      <a:r>
                        <a:rPr lang="en-US" sz="1200" b="1" dirty="0">
                          <a:solidFill>
                            <a:srgbClr val="FF0000"/>
                          </a:solidFill>
                        </a:rPr>
                        <a:t>(TBC)</a:t>
                      </a:r>
                      <a:endParaRPr lang="en-US" sz="1200" dirty="0">
                        <a:solidFill>
                          <a:srgbClr val="FF0000"/>
                        </a:solidFill>
                      </a:endParaRP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10000"/>
                  </a:ext>
                </a:extLst>
              </a:tr>
              <a:tr h="868680">
                <a:tc>
                  <a:txBody>
                    <a:bodyPr/>
                    <a:lstStyle/>
                    <a:p>
                      <a:pPr marL="0" indent="0" algn="ctr">
                        <a:buNone/>
                      </a:pPr>
                      <a:r>
                        <a:rPr lang="en-US" sz="950" b="1">
                          <a:solidFill>
                            <a:schemeClr val="tx1"/>
                          </a:solidFill>
                          <a:latin typeface="+mn-lt"/>
                        </a:rPr>
                        <a:t>6</a:t>
                      </a: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tc>
                  <a:txBody>
                    <a:bodyPr/>
                    <a:lstStyle/>
                    <a:p>
                      <a:pPr marL="0" indent="0">
                        <a:buNone/>
                      </a:pPr>
                      <a:r>
                        <a:rPr lang="en-US" sz="950" b="1" dirty="0">
                          <a:solidFill>
                            <a:schemeClr val="tx1"/>
                          </a:solidFill>
                          <a:latin typeface="+mn-lt"/>
                        </a:rPr>
                        <a:t>Review the Current AML Process and Policy</a:t>
                      </a: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tc>
                  <a:txBody>
                    <a:bodyPr/>
                    <a:lstStyle/>
                    <a:p>
                      <a:pPr marL="0" lvl="0" indent="0">
                        <a:lnSpc>
                          <a:spcPct val="100000"/>
                        </a:lnSpc>
                        <a:spcBef>
                          <a:spcPts val="1100"/>
                        </a:spcBef>
                        <a:buFont typeface="Symbol" panose="05050102010706020507" pitchFamily="18" charset="2"/>
                        <a:buNone/>
                        <a:tabLst>
                          <a:tab pos="365760" algn="l"/>
                          <a:tab pos="731520" algn="l"/>
                          <a:tab pos="1097280" algn="l"/>
                          <a:tab pos="1463040" algn="l"/>
                          <a:tab pos="1828800" algn="l"/>
                        </a:tabLst>
                      </a:pPr>
                      <a:r>
                        <a:rPr lang="en-US" sz="900" b="0" i="1" dirty="0">
                          <a:solidFill>
                            <a:schemeClr val="tx1"/>
                          </a:solidFill>
                          <a:effectLst/>
                          <a:latin typeface="+mn-lt"/>
                          <a:ea typeface="Times New Roman" panose="02020603050405020304" pitchFamily="18" charset="0"/>
                          <a:cs typeface="Times New Roman" panose="02020603050405020304" pitchFamily="18" charset="0"/>
                        </a:rPr>
                        <a:t>Review and enhance the AML framework to support Visa Debit products and services, including policies, procedures, governance controls, sanctions screening requirements, investigation processes, regulatory, Sponsor Bank and Visa reporting obligations. </a:t>
                      </a:r>
                      <a:endParaRPr lang="en-CA" sz="900" b="1" i="1" dirty="0">
                        <a:solidFill>
                          <a:schemeClr val="tx1"/>
                        </a:solidFill>
                        <a:effectLst/>
                        <a:latin typeface="+mn-lt"/>
                        <a:ea typeface="Times New Roman" panose="02020603050405020304" pitchFamily="18" charset="0"/>
                        <a:cs typeface="Times New Roman" panose="02020603050405020304" pitchFamily="18" charset="0"/>
                      </a:endParaRPr>
                    </a:p>
                  </a:txBody>
                  <a:tcPr marL="68580" marR="68580" marT="0" marB="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tc>
                  <a:txBody>
                    <a:bodyPr/>
                    <a:lstStyle/>
                    <a:p>
                      <a:pPr marL="0" marR="0" lvl="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900" b="1" i="1" dirty="0">
                          <a:solidFill>
                            <a:srgbClr val="DA291C"/>
                          </a:solidFill>
                          <a:latin typeface="+mn-lt"/>
                        </a:rPr>
                        <a:t>by Thursday Sept 10 EOD</a:t>
                      </a:r>
                      <a:endParaRPr lang="en-US" sz="900" b="1" i="0" dirty="0">
                        <a:solidFill>
                          <a:schemeClr val="accent1"/>
                        </a:solidFill>
                        <a:latin typeface="+mn-lt"/>
                      </a:endParaRPr>
                    </a:p>
                    <a:p>
                      <a:pPr marL="171450" indent="-171450">
                        <a:spcAft>
                          <a:spcPts val="0"/>
                        </a:spcAft>
                        <a:buFont typeface="Arial" panose="020B0604020202020204" pitchFamily="34" charset="0"/>
                        <a:buChar char="•"/>
                      </a:pPr>
                      <a:r>
                        <a:rPr lang="en-US" sz="900" b="0" i="0" dirty="0">
                          <a:solidFill>
                            <a:schemeClr val="tx1"/>
                          </a:solidFill>
                          <a:latin typeface="+mn-lt"/>
                        </a:rPr>
                        <a:t>Current AML Policy </a:t>
                      </a:r>
                    </a:p>
                    <a:p>
                      <a:pPr marL="171450" indent="-171450">
                        <a:spcAft>
                          <a:spcPts val="0"/>
                        </a:spcAft>
                        <a:buFont typeface="Arial" panose="020B0604020202020204" pitchFamily="34" charset="0"/>
                        <a:buChar char="•"/>
                      </a:pPr>
                      <a:r>
                        <a:rPr lang="en-US" sz="900" b="0" i="0" dirty="0">
                          <a:solidFill>
                            <a:schemeClr val="tx1"/>
                          </a:solidFill>
                          <a:latin typeface="+mn-lt"/>
                        </a:rPr>
                        <a:t>Current AML alert, case and reg reporting processes</a:t>
                      </a: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50" b="0" i="1" u="none" strike="noStrike" kern="1200" cap="none" spc="0" normalizeH="0" baseline="0" noProof="0" dirty="0">
                          <a:ln>
                            <a:noFill/>
                          </a:ln>
                          <a:solidFill>
                            <a:srgbClr val="53565A"/>
                          </a:solidFill>
                          <a:effectLst/>
                          <a:uLnTx/>
                          <a:uFillTx/>
                          <a:latin typeface="Segoe UI"/>
                          <a:ea typeface="+mn-ea"/>
                          <a:cs typeface="+mn-cs"/>
                        </a:rPr>
                        <a:t>Sandra M.</a:t>
                      </a: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778653">
                <a:tc>
                  <a:txBody>
                    <a:bodyPr/>
                    <a:lstStyle/>
                    <a:p>
                      <a:pPr marL="0" indent="0" algn="ctr">
                        <a:buNone/>
                      </a:pPr>
                      <a:r>
                        <a:rPr lang="en-US" sz="950" b="1">
                          <a:solidFill>
                            <a:schemeClr val="tx1"/>
                          </a:solidFill>
                          <a:latin typeface="+mn-lt"/>
                        </a:rPr>
                        <a:t>7</a:t>
                      </a: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tc>
                  <a:txBody>
                    <a:bodyPr/>
                    <a:lstStyle/>
                    <a:p>
                      <a:pPr marL="0" indent="0">
                        <a:buNone/>
                      </a:pPr>
                      <a:r>
                        <a:rPr lang="en-US" sz="950" b="1" dirty="0">
                          <a:solidFill>
                            <a:schemeClr val="tx1"/>
                          </a:solidFill>
                          <a:latin typeface="+mn-lt"/>
                        </a:rPr>
                        <a:t>Update the AML Monitoring Process </a:t>
                      </a: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tc>
                  <a:txBody>
                    <a:bodyPr/>
                    <a:lstStyle/>
                    <a:p>
                      <a:pPr marL="0" indent="0">
                        <a:lnSpc>
                          <a:spcPct val="100000"/>
                        </a:lnSpc>
                        <a:buNone/>
                      </a:pPr>
                      <a:r>
                        <a:rPr lang="en-US" sz="900" b="0" i="1" dirty="0">
                          <a:solidFill>
                            <a:schemeClr val="tx1"/>
                          </a:solidFill>
                          <a:latin typeface="+mn-lt"/>
                        </a:rPr>
                        <a:t>Design, build and operationalize the AML monitoring framework for Visa Debit activity, including monitoring methodologies, monitoring rules, alert scenarios, testing, and production readiness activities.</a:t>
                      </a: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tc>
                  <a:txBody>
                    <a:bodyPr/>
                    <a:lstStyle/>
                    <a:p>
                      <a:pPr marL="0" marR="0" lvl="0" indent="0" algn="l" defTabSz="1219170" rtl="0" eaLnBrk="1" fontAlgn="t" latinLnBrk="0" hangingPunct="1">
                        <a:lnSpc>
                          <a:spcPct val="100000"/>
                        </a:lnSpc>
                        <a:spcBef>
                          <a:spcPts val="0"/>
                        </a:spcBef>
                        <a:spcAft>
                          <a:spcPts val="0"/>
                        </a:spcAft>
                        <a:buClrTx/>
                        <a:buSzTx/>
                        <a:buFontTx/>
                        <a:buNone/>
                        <a:tabLst/>
                        <a:defRPr/>
                      </a:pPr>
                      <a:r>
                        <a:rPr lang="en-US" sz="900" b="0" i="1" dirty="0">
                          <a:solidFill>
                            <a:schemeClr val="tx1"/>
                          </a:solidFill>
                          <a:latin typeface="+mn-lt"/>
                        </a:rPr>
                        <a:t>N/A –</a:t>
                      </a:r>
                      <a:r>
                        <a:rPr lang="en-US" sz="900" b="0" i="1" dirty="0" err="1">
                          <a:solidFill>
                            <a:schemeClr val="tx1"/>
                          </a:solidFill>
                          <a:latin typeface="+mn-lt"/>
                        </a:rPr>
                        <a:t>Navaera</a:t>
                      </a:r>
                      <a:r>
                        <a:rPr lang="en-US" sz="900" b="0" i="1" dirty="0">
                          <a:solidFill>
                            <a:schemeClr val="tx1"/>
                          </a:solidFill>
                          <a:latin typeface="+mn-lt"/>
                        </a:rPr>
                        <a:t> is not PCI compliant. First we need to talk to them to learn about the workaround. So </a:t>
                      </a:r>
                      <a:r>
                        <a:rPr lang="en-US" sz="900" b="0" i="1" dirty="0" err="1">
                          <a:solidFill>
                            <a:schemeClr val="tx1"/>
                          </a:solidFill>
                          <a:latin typeface="+mn-lt"/>
                        </a:rPr>
                        <a:t>beem</a:t>
                      </a:r>
                      <a:r>
                        <a:rPr lang="en-US" sz="900" b="0" i="1" dirty="0">
                          <a:solidFill>
                            <a:schemeClr val="tx1"/>
                          </a:solidFill>
                          <a:latin typeface="+mn-lt"/>
                        </a:rPr>
                        <a:t> needs to introduce us. </a:t>
                      </a: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50" b="0" i="1" u="none" strike="noStrike" kern="1200" cap="none" spc="0" normalizeH="0" baseline="0" noProof="0">
                          <a:ln>
                            <a:noFill/>
                          </a:ln>
                          <a:solidFill>
                            <a:srgbClr val="53565A"/>
                          </a:solidFill>
                          <a:effectLst/>
                          <a:uLnTx/>
                          <a:uFillTx/>
                          <a:latin typeface="Segoe UI"/>
                          <a:ea typeface="+mn-ea"/>
                          <a:cs typeface="+mn-cs"/>
                        </a:rPr>
                        <a:t>Sandra M.</a:t>
                      </a:r>
                      <a:endParaRPr kumimoji="0" lang="en-US" sz="950" b="0" i="1" u="none" strike="noStrike" kern="1200" cap="none" spc="0" normalizeH="0" baseline="0" noProof="0" dirty="0">
                        <a:ln>
                          <a:noFill/>
                        </a:ln>
                        <a:solidFill>
                          <a:srgbClr val="53565A"/>
                        </a:solidFill>
                        <a:effectLst/>
                        <a:uLnTx/>
                        <a:uFillTx/>
                        <a:latin typeface="Segoe UI"/>
                        <a:ea typeface="+mn-ea"/>
                        <a:cs typeface="+mn-cs"/>
                      </a:endParaRP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1078992">
                <a:tc>
                  <a:txBody>
                    <a:bodyPr/>
                    <a:lstStyle/>
                    <a:p>
                      <a:pPr marL="0" indent="0" algn="ctr">
                        <a:buNone/>
                      </a:pPr>
                      <a:r>
                        <a:rPr lang="en-US" sz="950" b="1">
                          <a:solidFill>
                            <a:schemeClr val="tx1"/>
                          </a:solidFill>
                          <a:latin typeface="+mn-lt"/>
                        </a:rPr>
                        <a:t>8</a:t>
                      </a: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tc>
                  <a:txBody>
                    <a:bodyPr/>
                    <a:lstStyle/>
                    <a:p>
                      <a:pPr marL="0" indent="0">
                        <a:buNone/>
                      </a:pPr>
                      <a:r>
                        <a:rPr lang="en-US" sz="950" b="1" dirty="0">
                          <a:solidFill>
                            <a:schemeClr val="tx1"/>
                          </a:solidFill>
                          <a:latin typeface="+mn-lt"/>
                        </a:rPr>
                        <a:t>Update AML Reporting Process </a:t>
                      </a: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tc>
                  <a:txBody>
                    <a:bodyPr/>
                    <a:lstStyle/>
                    <a:p>
                      <a:pPr marL="0" lvl="0" indent="0">
                        <a:lnSpc>
                          <a:spcPct val="100000"/>
                        </a:lnSpc>
                        <a:spcBef>
                          <a:spcPts val="1100"/>
                        </a:spcBef>
                        <a:buFont typeface="Symbol" panose="05050102010706020507" pitchFamily="18" charset="2"/>
                        <a:buNone/>
                        <a:tabLst>
                          <a:tab pos="365760" algn="l"/>
                          <a:tab pos="731520" algn="l"/>
                          <a:tab pos="1097280" algn="l"/>
                          <a:tab pos="1463040" algn="l"/>
                          <a:tab pos="1828800" algn="l"/>
                        </a:tabLst>
                      </a:pPr>
                      <a:r>
                        <a:rPr lang="en-US" sz="900" b="0" i="1" dirty="0">
                          <a:solidFill>
                            <a:schemeClr val="tx1"/>
                          </a:solidFill>
                          <a:effectLst/>
                          <a:latin typeface="+mn-lt"/>
                          <a:ea typeface="Times New Roman" panose="02020603050405020304" pitchFamily="18" charset="0"/>
                          <a:cs typeface="Times New Roman" panose="02020603050405020304" pitchFamily="18" charset="0"/>
                        </a:rPr>
                        <a:t>Design and implement an internal AML reporting framework, including operational and analytics performance reports.</a:t>
                      </a:r>
                      <a:endParaRPr lang="en-CA" sz="900" b="1" i="1" dirty="0">
                        <a:solidFill>
                          <a:schemeClr val="tx1"/>
                        </a:solidFill>
                        <a:effectLst/>
                        <a:latin typeface="+mn-lt"/>
                        <a:ea typeface="Times New Roman" panose="02020603050405020304" pitchFamily="18" charset="0"/>
                        <a:cs typeface="Times New Roman" panose="02020603050405020304" pitchFamily="18" charset="0"/>
                      </a:endParaRPr>
                    </a:p>
                  </a:txBody>
                  <a:tcPr marL="68580" marR="68580" marT="0" marB="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tc>
                  <a:txBody>
                    <a:bodyPr/>
                    <a:lstStyle/>
                    <a:p>
                      <a:pPr marL="171450" lvl="0" indent="-171450" fontAlgn="t">
                        <a:buFont typeface="Arial" panose="020B0604020202020204" pitchFamily="34" charset="0"/>
                        <a:buChar char="•"/>
                      </a:pPr>
                      <a:r>
                        <a:rPr lang="en-CA" sz="900" b="0" i="0" kern="1200" dirty="0">
                          <a:solidFill>
                            <a:schemeClr val="tx1"/>
                          </a:solidFill>
                          <a:effectLst/>
                          <a:latin typeface="+mn-lt"/>
                          <a:ea typeface="+mn-ea"/>
                          <a:cs typeface="+mn-cs"/>
                        </a:rPr>
                        <a:t>Current AML reports and/or dashboards</a:t>
                      </a:r>
                    </a:p>
                    <a:p>
                      <a:pPr marL="171450" lvl="0" indent="-171450" fontAlgn="t">
                        <a:buFont typeface="Arial" panose="020B0604020202020204" pitchFamily="34" charset="0"/>
                        <a:buChar char="•"/>
                      </a:pPr>
                      <a:r>
                        <a:rPr lang="en-CA" sz="900" b="0" i="0" kern="1200" dirty="0">
                          <a:solidFill>
                            <a:schemeClr val="tx1"/>
                          </a:solidFill>
                          <a:effectLst/>
                          <a:latin typeface="+mn-lt"/>
                          <a:ea typeface="+mn-ea"/>
                          <a:cs typeface="+mn-cs"/>
                        </a:rPr>
                        <a:t>Current AML reporting process including cadence and reporting formats</a:t>
                      </a: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50" b="0" i="1" u="none" strike="noStrike" kern="1200" cap="none" spc="0" normalizeH="0" baseline="0" noProof="0" dirty="0">
                          <a:ln>
                            <a:noFill/>
                          </a:ln>
                          <a:solidFill>
                            <a:srgbClr val="53565A"/>
                          </a:solidFill>
                          <a:effectLst/>
                          <a:uLnTx/>
                          <a:uFillTx/>
                          <a:latin typeface="Segoe UI"/>
                          <a:ea typeface="+mn-ea"/>
                          <a:cs typeface="+mn-cs"/>
                        </a:rPr>
                        <a:t>Sandra M.</a:t>
                      </a: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5427784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ED3064-9234-D83B-99A4-E28A5E4E600F}"/>
            </a:ext>
          </a:extLst>
        </p:cNvPr>
        <p:cNvGrpSpPr/>
        <p:nvPr/>
      </p:nvGrpSpPr>
      <p:grpSpPr>
        <a:xfrm>
          <a:off x="0" y="0"/>
          <a:ext cx="0" cy="0"/>
          <a:chOff x="0" y="0"/>
          <a:chExt cx="0" cy="0"/>
        </a:xfrm>
      </p:grpSpPr>
      <p:sp>
        <p:nvSpPr>
          <p:cNvPr id="66" name="Rectangle 65">
            <a:extLst>
              <a:ext uri="{FF2B5EF4-FFF2-40B4-BE49-F238E27FC236}">
                <a16:creationId xmlns:a16="http://schemas.microsoft.com/office/drawing/2014/main" id="{E8F04E21-2B58-24CD-B7BD-B6F3EC30AEC3}"/>
              </a:ext>
            </a:extLst>
          </p:cNvPr>
          <p:cNvSpPr/>
          <p:nvPr/>
        </p:nvSpPr>
        <p:spPr bwMode="gray">
          <a:xfrm>
            <a:off x="4667173" y="966620"/>
            <a:ext cx="1520131" cy="267231"/>
          </a:xfrm>
          <a:prstGeom prst="rect">
            <a:avLst/>
          </a:prstGeom>
          <a:solidFill>
            <a:srgbClr val="FFFFFF"/>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Segoe UI"/>
              <a:ea typeface="+mn-ea"/>
              <a:cs typeface="Arial" panose="020B0604020202020204" pitchFamily="34" charset="0"/>
            </a:endParaRPr>
          </a:p>
        </p:txBody>
      </p:sp>
      <p:sp>
        <p:nvSpPr>
          <p:cNvPr id="179" name="Text Placeholder 3">
            <a:extLst>
              <a:ext uri="{FF2B5EF4-FFF2-40B4-BE49-F238E27FC236}">
                <a16:creationId xmlns:a16="http://schemas.microsoft.com/office/drawing/2014/main" id="{69D502D9-409B-FB88-91AA-1992B0000043}"/>
              </a:ext>
            </a:extLst>
          </p:cNvPr>
          <p:cNvSpPr txBox="1">
            <a:spLocks/>
          </p:cNvSpPr>
          <p:nvPr>
            <p:custDataLst>
              <p:tags r:id="rId1"/>
            </p:custDataLst>
          </p:nvPr>
        </p:nvSpPr>
        <p:spPr>
          <a:xfrm>
            <a:off x="463547" y="832490"/>
            <a:ext cx="11264900" cy="464060"/>
          </a:xfrm>
          <a:prstGeom prst="rect">
            <a:avLst/>
          </a:prstGeom>
        </p:spPr>
        <p:txBody>
          <a:bodyPr/>
          <a:lstStyle>
            <a:lvl1pPr marL="0" indent="0" algn="l" defTabSz="1219170" rtl="0" eaLnBrk="1" latinLnBrk="0" hangingPunct="1">
              <a:spcBef>
                <a:spcPts val="0"/>
              </a:spcBef>
              <a:spcAft>
                <a:spcPts val="1333"/>
              </a:spcAft>
              <a:buSzPct val="100000"/>
              <a:buFont typeface="Arial" panose="020B0604020202020204" pitchFamily="34" charset="0"/>
              <a:buNone/>
              <a:defRPr sz="1200" b="0" kern="1200">
                <a:solidFill>
                  <a:schemeClr val="tx1"/>
                </a:solidFill>
                <a:latin typeface="+mn-lt"/>
                <a:ea typeface="+mn-ea"/>
                <a:cs typeface="+mn-cs"/>
              </a:defRPr>
            </a:lvl1pPr>
            <a:lvl2pPr marL="0" indent="0" algn="l" defTabSz="1219170" rtl="0" eaLnBrk="1" latinLnBrk="0" hangingPunct="1">
              <a:spcBef>
                <a:spcPts val="0"/>
              </a:spcBef>
              <a:spcAft>
                <a:spcPts val="1333"/>
              </a:spcAft>
              <a:buClrTx/>
              <a:buSzPct val="100000"/>
              <a:buFont typeface="Arial"/>
              <a:buNone/>
              <a:defRPr lang="en-US" sz="1200" b="1" kern="1200" dirty="0" smtClean="0">
                <a:solidFill>
                  <a:schemeClr val="tx1"/>
                </a:solidFill>
                <a:latin typeface="+mn-lt"/>
                <a:ea typeface="+mn-ea"/>
                <a:cs typeface="+mn-cs"/>
              </a:defRPr>
            </a:lvl2pPr>
            <a:lvl3pPr marL="169863" indent="-169863" algn="l" defTabSz="1219170" rtl="0" eaLnBrk="1" latinLnBrk="0" hangingPunct="1">
              <a:spcBef>
                <a:spcPts val="0"/>
              </a:spcBef>
              <a:spcAft>
                <a:spcPts val="600"/>
              </a:spcAft>
              <a:buClrTx/>
              <a:buSzPct val="120000"/>
              <a:buFont typeface="Arial" panose="020B0604020202020204" pitchFamily="34" charset="0"/>
              <a:buChar char="•"/>
              <a:defRPr lang="en-US" sz="1200" kern="1200" dirty="0" smtClean="0">
                <a:solidFill>
                  <a:schemeClr val="tx1"/>
                </a:solidFill>
                <a:latin typeface="+mn-lt"/>
                <a:ea typeface="+mn-ea"/>
                <a:cs typeface="+mn-cs"/>
              </a:defRPr>
            </a:lvl3pPr>
            <a:lvl4pPr marL="284163" indent="-114300" algn="l" defTabSz="1219170" rtl="0" eaLnBrk="1" latinLnBrk="0" hangingPunct="1">
              <a:spcBef>
                <a:spcPts val="0"/>
              </a:spcBef>
              <a:spcAft>
                <a:spcPts val="600"/>
              </a:spcAft>
              <a:buClrTx/>
              <a:buSzPct val="100000"/>
              <a:buFont typeface="Arial" panose="020B0604020202020204" pitchFamily="34" charset="0"/>
              <a:buChar char="•"/>
              <a:defRPr lang="en-US" sz="1200" kern="1200" baseline="0" dirty="0" smtClean="0">
                <a:solidFill>
                  <a:schemeClr val="tx1"/>
                </a:solidFill>
                <a:latin typeface="+mn-lt"/>
                <a:ea typeface="+mn-ea"/>
                <a:cs typeface="+mn-cs"/>
              </a:defRPr>
            </a:lvl4pPr>
            <a:lvl5pPr marL="400050" indent="-115888" algn="l" defTabSz="1064657" rtl="0" eaLnBrk="1" latinLnBrk="0" hangingPunct="1">
              <a:spcBef>
                <a:spcPts val="0"/>
              </a:spcBef>
              <a:spcAft>
                <a:spcPts val="600"/>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marL="0" marR="0" lvl="0" indent="0" algn="l" defTabSz="1219170" rtl="0" eaLnBrk="1" fontAlgn="auto" latinLnBrk="0" hangingPunct="1">
              <a:lnSpc>
                <a:spcPct val="100000"/>
              </a:lnSpc>
              <a:spcBef>
                <a:spcPts val="0"/>
              </a:spcBef>
              <a:spcAft>
                <a:spcPts val="1333"/>
              </a:spcAft>
              <a:buClrTx/>
              <a:buSzPct val="100000"/>
              <a:buFont typeface="Arial" panose="020B0604020202020204" pitchFamily="34" charset="0"/>
              <a:buNone/>
              <a:tabLst/>
              <a:defRPr/>
            </a:pPr>
            <a:r>
              <a:rPr kumimoji="0" lang="en-US" sz="1100" b="0" i="0" u="none" strike="noStrike" kern="1200" cap="none" spc="0" normalizeH="0" baseline="0" noProof="0" dirty="0">
                <a:ln>
                  <a:noFill/>
                </a:ln>
                <a:solidFill>
                  <a:srgbClr val="6B7280"/>
                </a:solidFill>
                <a:effectLst/>
                <a:uLnTx/>
                <a:uFillTx/>
                <a:latin typeface="Segoe UI"/>
                <a:ea typeface="Open Sans" panose="020B0606030504020204" pitchFamily="34" charset="0"/>
                <a:cs typeface="Open Sans" panose="020B0606030504020204" pitchFamily="34" charset="0"/>
              </a:rPr>
              <a:t>Overview of the key dispute resolution activities supporting Beem's Visa Debit program, including the activities, dependencies, and stakeholder engagement required for successful delivery.</a:t>
            </a:r>
          </a:p>
          <a:p>
            <a:pPr marL="0" marR="0" lvl="0" indent="0" algn="l" defTabSz="1219170" rtl="0" eaLnBrk="1" fontAlgn="auto" latinLnBrk="0" hangingPunct="1">
              <a:lnSpc>
                <a:spcPct val="100000"/>
              </a:lnSpc>
              <a:spcBef>
                <a:spcPts val="0"/>
              </a:spcBef>
              <a:spcAft>
                <a:spcPts val="1333"/>
              </a:spcAft>
              <a:buClrTx/>
              <a:buSzPct val="100000"/>
              <a:buFont typeface="Arial" panose="020B0604020202020204" pitchFamily="34" charset="0"/>
              <a:buNone/>
              <a:tabLst/>
              <a:defRPr/>
            </a:pPr>
            <a:endParaRPr kumimoji="0" lang="en-US" sz="1100" b="0" i="0" u="none" strike="noStrike" kern="1200" cap="none" spc="0" normalizeH="0" baseline="0" noProof="0" dirty="0">
              <a:ln>
                <a:noFill/>
              </a:ln>
              <a:solidFill>
                <a:srgbClr val="6B7280"/>
              </a:solidFill>
              <a:effectLst/>
              <a:uLnTx/>
              <a:uFillTx/>
              <a:latin typeface="Segoe UI"/>
              <a:ea typeface="Open Sans" panose="020B0606030504020204" pitchFamily="34" charset="0"/>
              <a:cs typeface="Open Sans" panose="020B0606030504020204" pitchFamily="34" charset="0"/>
            </a:endParaRPr>
          </a:p>
        </p:txBody>
      </p:sp>
      <p:sp>
        <p:nvSpPr>
          <p:cNvPr id="181" name="Title 3">
            <a:extLst>
              <a:ext uri="{FF2B5EF4-FFF2-40B4-BE49-F238E27FC236}">
                <a16:creationId xmlns:a16="http://schemas.microsoft.com/office/drawing/2014/main" id="{81FDC00D-E32F-AED0-B446-0F42D4027F92}"/>
              </a:ext>
            </a:extLst>
          </p:cNvPr>
          <p:cNvSpPr txBox="1">
            <a:spLocks/>
          </p:cNvSpPr>
          <p:nvPr>
            <p:custDataLst>
              <p:tags r:id="rId2"/>
            </p:custDataLst>
          </p:nvPr>
        </p:nvSpPr>
        <p:spPr>
          <a:xfrm>
            <a:off x="457200" y="430082"/>
            <a:ext cx="11281285" cy="340136"/>
          </a:xfrm>
        </p:spPr>
        <p:txBody>
          <a:bodyPr/>
          <a:lstStyle>
            <a:lvl1pPr algn="l" defTabSz="1219170" rtl="0" eaLnBrk="1" latinLnBrk="0" hangingPunct="1">
              <a:spcBef>
                <a:spcPct val="0"/>
              </a:spcBef>
              <a:buNone/>
              <a:defRPr sz="2200" kern="1200">
                <a:solidFill>
                  <a:schemeClr val="tx1"/>
                </a:solidFill>
                <a:latin typeface="Calibri" panose="020F0502020204030204" pitchFamily="34" charset="0"/>
                <a:ea typeface="+mj-ea"/>
                <a:cs typeface="Calibri" panose="020F0502020204030204" pitchFamily="34" charset="0"/>
              </a:defRPr>
            </a:lvl1pPr>
          </a:lstStyle>
          <a:p>
            <a:pPr marL="0" marR="0" lvl="0" indent="0" algn="l" defTabSz="121917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rgbClr val="53565A"/>
                </a:solidFill>
                <a:effectLst/>
                <a:uLnTx/>
                <a:uFillTx/>
                <a:latin typeface="Open Sans" panose="020B0606030504020204" pitchFamily="34" charset="0"/>
                <a:ea typeface="Open Sans" panose="020B0606030504020204" pitchFamily="34" charset="0"/>
                <a:cs typeface="Open Sans" panose="020B0606030504020204" pitchFamily="34" charset="0"/>
              </a:rPr>
              <a:t>Dispute Resolution Activities Overview</a:t>
            </a:r>
          </a:p>
        </p:txBody>
      </p:sp>
      <p:graphicFrame>
        <p:nvGraphicFramePr>
          <p:cNvPr id="3" name="Table 0">
            <a:extLst>
              <a:ext uri="{FF2B5EF4-FFF2-40B4-BE49-F238E27FC236}">
                <a16:creationId xmlns:a16="http://schemas.microsoft.com/office/drawing/2014/main" id="{57BD8CC0-B14B-84E6-14AA-7CB1A3D82605}"/>
              </a:ext>
            </a:extLst>
          </p:cNvPr>
          <p:cNvGraphicFramePr>
            <a:graphicFrameLocks noGrp="1"/>
          </p:cNvGraphicFramePr>
          <p:nvPr/>
        </p:nvGraphicFramePr>
        <p:xfrm>
          <a:off x="336000" y="1217340"/>
          <a:ext cx="11520000" cy="1997914"/>
        </p:xfrm>
        <a:graphic>
          <a:graphicData uri="http://schemas.openxmlformats.org/drawingml/2006/table">
            <a:tbl>
              <a:tblPr/>
              <a:tblGrid>
                <a:gridCol w="360000">
                  <a:extLst>
                    <a:ext uri="{9D8B030D-6E8A-4147-A177-3AD203B41FA5}">
                      <a16:colId xmlns:a16="http://schemas.microsoft.com/office/drawing/2014/main" val="1885581245"/>
                    </a:ext>
                  </a:extLst>
                </a:gridCol>
                <a:gridCol w="1800000">
                  <a:extLst>
                    <a:ext uri="{9D8B030D-6E8A-4147-A177-3AD203B41FA5}">
                      <a16:colId xmlns:a16="http://schemas.microsoft.com/office/drawing/2014/main" val="4018432735"/>
                    </a:ext>
                  </a:extLst>
                </a:gridCol>
                <a:gridCol w="3960000">
                  <a:extLst>
                    <a:ext uri="{9D8B030D-6E8A-4147-A177-3AD203B41FA5}">
                      <a16:colId xmlns:a16="http://schemas.microsoft.com/office/drawing/2014/main" val="20000"/>
                    </a:ext>
                  </a:extLst>
                </a:gridCol>
                <a:gridCol w="3960000">
                  <a:extLst>
                    <a:ext uri="{9D8B030D-6E8A-4147-A177-3AD203B41FA5}">
                      <a16:colId xmlns:a16="http://schemas.microsoft.com/office/drawing/2014/main" val="20001"/>
                    </a:ext>
                  </a:extLst>
                </a:gridCol>
                <a:gridCol w="1440000">
                  <a:extLst>
                    <a:ext uri="{9D8B030D-6E8A-4147-A177-3AD203B41FA5}">
                      <a16:colId xmlns:a16="http://schemas.microsoft.com/office/drawing/2014/main" val="20002"/>
                    </a:ext>
                  </a:extLst>
                </a:gridCol>
              </a:tblGrid>
              <a:tr h="360000">
                <a:tc>
                  <a:txBody>
                    <a:bodyPr/>
                    <a:lstStyle/>
                    <a:p>
                      <a:pPr marL="0" indent="0" algn="ctr">
                        <a:buNone/>
                      </a:pPr>
                      <a:r>
                        <a:rPr lang="en-US" sz="1200" b="1">
                          <a:solidFill>
                            <a:srgbClr val="FFFFFF"/>
                          </a:solidFill>
                          <a:latin typeface="+mn-lt"/>
                        </a:rPr>
                        <a:t>#</a:t>
                      </a:r>
                      <a:endParaRPr lang="en-US" sz="1200">
                        <a:latin typeface="+mn-lt"/>
                      </a:endParaRP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accent1">
                        <a:lumMod val="50000"/>
                      </a:schemeClr>
                    </a:solidFill>
                  </a:tcPr>
                </a:tc>
                <a:tc>
                  <a:txBody>
                    <a:bodyPr/>
                    <a:lstStyle/>
                    <a:p>
                      <a:pPr marL="0" indent="0">
                        <a:buNone/>
                      </a:pPr>
                      <a:r>
                        <a:rPr lang="en-US" sz="1200" b="1" dirty="0">
                          <a:solidFill>
                            <a:srgbClr val="FFFFFF"/>
                          </a:solidFill>
                          <a:latin typeface="+mn-lt"/>
                        </a:rPr>
                        <a:t>Activity</a:t>
                      </a:r>
                      <a:endParaRPr lang="en-US" sz="1200" dirty="0">
                        <a:latin typeface="+mn-lt"/>
                      </a:endParaRP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accent1">
                        <a:lumMod val="50000"/>
                      </a:schemeClr>
                    </a:solidFill>
                  </a:tcPr>
                </a:tc>
                <a:tc>
                  <a:txBody>
                    <a:bodyPr/>
                    <a:lstStyle/>
                    <a:p>
                      <a:pPr marL="0" indent="0">
                        <a:buNone/>
                      </a:pPr>
                      <a:r>
                        <a:rPr lang="en-US" sz="1200" b="1" dirty="0">
                          <a:solidFill>
                            <a:srgbClr val="FFFFFF"/>
                          </a:solidFill>
                          <a:latin typeface="+mn-lt"/>
                        </a:rPr>
                        <a:t>Description</a:t>
                      </a:r>
                      <a:endParaRPr lang="en-US" sz="1200" dirty="0">
                        <a:latin typeface="+mn-lt"/>
                      </a:endParaRP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accent1">
                        <a:lumMod val="50000"/>
                      </a:schemeClr>
                    </a:solidFill>
                  </a:tcPr>
                </a:tc>
                <a:tc>
                  <a:txBody>
                    <a:bodyPr/>
                    <a:lstStyle/>
                    <a:p>
                      <a:pPr marL="0" indent="0">
                        <a:buNone/>
                      </a:pPr>
                      <a:r>
                        <a:rPr lang="en-US" sz="1200" b="1">
                          <a:solidFill>
                            <a:srgbClr val="FFFFFF"/>
                          </a:solidFill>
                          <a:latin typeface="+mn-lt"/>
                        </a:rPr>
                        <a:t>Document Needed</a:t>
                      </a:r>
                      <a:endParaRPr lang="en-US" sz="1200">
                        <a:latin typeface="+mn-lt"/>
                      </a:endParaRP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accent1">
                        <a:lumMod val="50000"/>
                      </a:schemeClr>
                    </a:solidFill>
                  </a:tcPr>
                </a:tc>
                <a:tc>
                  <a:txBody>
                    <a:bodyPr/>
                    <a:lstStyle/>
                    <a:p>
                      <a:pPr marL="0" indent="0" algn="ctr">
                        <a:buNone/>
                      </a:pPr>
                      <a:r>
                        <a:rPr lang="en-US" sz="1200" b="1" dirty="0">
                          <a:solidFill>
                            <a:srgbClr val="FFFFFF"/>
                          </a:solidFill>
                        </a:rPr>
                        <a:t>Beem Point of Contact </a:t>
                      </a:r>
                      <a:r>
                        <a:rPr lang="en-US" sz="1200" b="1" dirty="0">
                          <a:solidFill>
                            <a:srgbClr val="FF0000"/>
                          </a:solidFill>
                        </a:rPr>
                        <a:t>(TBC)</a:t>
                      </a:r>
                      <a:endParaRPr lang="en-US" sz="1200" dirty="0">
                        <a:solidFill>
                          <a:srgbClr val="FF0000"/>
                        </a:solidFill>
                      </a:endParaRP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10000"/>
                  </a:ext>
                </a:extLst>
              </a:tr>
              <a:tr h="687173">
                <a:tc>
                  <a:txBody>
                    <a:bodyPr/>
                    <a:lstStyle/>
                    <a:p>
                      <a:pPr marL="0" indent="0" algn="ctr">
                        <a:buNone/>
                      </a:pPr>
                      <a:r>
                        <a:rPr lang="en-US" sz="950" b="1">
                          <a:solidFill>
                            <a:schemeClr val="tx1"/>
                          </a:solidFill>
                          <a:latin typeface="+mn-lt"/>
                        </a:rPr>
                        <a:t>9</a:t>
                      </a: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tc>
                  <a:txBody>
                    <a:bodyPr/>
                    <a:lstStyle/>
                    <a:p>
                      <a:pPr marL="0" indent="0">
                        <a:buNone/>
                      </a:pPr>
                      <a:r>
                        <a:rPr lang="en-US" sz="950" b="1" dirty="0">
                          <a:solidFill>
                            <a:schemeClr val="tx1"/>
                          </a:solidFill>
                          <a:latin typeface="+mn-lt"/>
                        </a:rPr>
                        <a:t>Build Target-state Dispute Management Process</a:t>
                      </a: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tc rowSpan="2">
                  <a:txBody>
                    <a:bodyPr/>
                    <a:lstStyle/>
                    <a:p>
                      <a:pPr marL="0" lvl="0" indent="0">
                        <a:lnSpc>
                          <a:spcPct val="100000"/>
                        </a:lnSpc>
                        <a:spcBef>
                          <a:spcPts val="1100"/>
                        </a:spcBef>
                        <a:buFont typeface="Symbol" panose="05050102010706020507" pitchFamily="18" charset="2"/>
                        <a:buNone/>
                        <a:tabLst>
                          <a:tab pos="365760" algn="l"/>
                          <a:tab pos="731520" algn="l"/>
                          <a:tab pos="1097280" algn="l"/>
                          <a:tab pos="1463040" algn="l"/>
                          <a:tab pos="1828800" algn="l"/>
                        </a:tabLst>
                      </a:pPr>
                      <a:r>
                        <a:rPr lang="en-US" sz="900" b="0" i="1" dirty="0">
                          <a:solidFill>
                            <a:schemeClr val="tx1"/>
                          </a:solidFill>
                          <a:effectLst/>
                          <a:latin typeface="+mn-lt"/>
                          <a:ea typeface="Times New Roman" panose="02020603050405020304" pitchFamily="18" charset="0"/>
                          <a:cs typeface="Times New Roman" panose="02020603050405020304" pitchFamily="18" charset="0"/>
                        </a:rPr>
                        <a:t>Design and document the end-to-end dispute management lifecycle, including dispute intake, fraud or non-fraud determination, provisional credit issuance (see out of scope activity #1), chargeback submission (via Central 1), Visa dispute processing, and funds recovery activities. Deliver supporting procedures, process maps, and operational controls to support efficient dispute resolution and recovery operations. </a:t>
                      </a:r>
                      <a:endParaRPr lang="en-CA" sz="900" b="0" i="1" dirty="0">
                        <a:solidFill>
                          <a:schemeClr val="tx1"/>
                        </a:solidFill>
                        <a:effectLst/>
                        <a:latin typeface="+mn-lt"/>
                        <a:ea typeface="Times New Roman" panose="02020603050405020304" pitchFamily="18" charset="0"/>
                        <a:cs typeface="Times New Roman" panose="02020603050405020304" pitchFamily="18" charset="0"/>
                      </a:endParaRPr>
                    </a:p>
                  </a:txBody>
                  <a:tcPr marL="68580" marR="68580" marT="0" marB="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tc rowSpan="2">
                  <a:txBody>
                    <a:bodyPr/>
                    <a:lstStyle/>
                    <a:p>
                      <a:pPr marL="171450" indent="-171450">
                        <a:spcAft>
                          <a:spcPts val="0"/>
                        </a:spcAft>
                        <a:buFont typeface="Arial" panose="020B0604020202020204" pitchFamily="34" charset="0"/>
                        <a:buChar char="•"/>
                      </a:pPr>
                      <a:r>
                        <a:rPr lang="en-US" sz="900" b="0" i="0" dirty="0">
                          <a:solidFill>
                            <a:schemeClr val="tx1"/>
                          </a:solidFill>
                          <a:latin typeface="+mn-lt"/>
                        </a:rPr>
                        <a:t>Current dispute policies and process  (i.e., dispute process via Central1)</a:t>
                      </a:r>
                    </a:p>
                    <a:p>
                      <a:pPr marL="171450" indent="-171450">
                        <a:spcAft>
                          <a:spcPts val="0"/>
                        </a:spcAft>
                        <a:buFont typeface="Arial" panose="020B0604020202020204" pitchFamily="34" charset="0"/>
                        <a:buChar char="•"/>
                      </a:pPr>
                      <a:r>
                        <a:rPr lang="en-US" sz="900" b="0" i="0" dirty="0">
                          <a:solidFill>
                            <a:schemeClr val="tx1"/>
                          </a:solidFill>
                          <a:latin typeface="+mn-lt"/>
                        </a:rPr>
                        <a:t>Current dispute forms, templates, and customer communications template</a:t>
                      </a: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tc rowSpan="2">
                  <a:txBody>
                    <a:bodyPr/>
                    <a:lstStyle/>
                    <a:p>
                      <a:pPr marL="0" indent="0" algn="ctr">
                        <a:buNone/>
                      </a:pPr>
                      <a:r>
                        <a:rPr lang="en-US" sz="950" i="1" dirty="0">
                          <a:solidFill>
                            <a:schemeClr val="tx1"/>
                          </a:solidFill>
                        </a:rPr>
                        <a:t>Loni B. (Non-fraud Disputes)</a:t>
                      </a:r>
                    </a:p>
                    <a:p>
                      <a:pPr marL="0" indent="0" algn="ctr">
                        <a:buNone/>
                      </a:pPr>
                      <a:endParaRPr lang="en-US" sz="950" i="1" dirty="0">
                        <a:solidFill>
                          <a:schemeClr val="tx1"/>
                        </a:solidFill>
                      </a:endParaRPr>
                    </a:p>
                    <a:p>
                      <a:pPr marL="0" indent="0" algn="ctr">
                        <a:buNone/>
                      </a:pPr>
                      <a:r>
                        <a:rPr lang="en-US" sz="950" i="1" dirty="0">
                          <a:solidFill>
                            <a:schemeClr val="tx1"/>
                          </a:solidFill>
                        </a:rPr>
                        <a:t>Pattie L. (Fraudulent Disputes)</a:t>
                      </a: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853541">
                <a:tc>
                  <a:txBody>
                    <a:bodyPr/>
                    <a:lstStyle/>
                    <a:p>
                      <a:pPr marL="0" indent="0" algn="ctr">
                        <a:buNone/>
                      </a:pPr>
                      <a:r>
                        <a:rPr lang="en-US" sz="950" b="1">
                          <a:solidFill>
                            <a:schemeClr val="tx1"/>
                          </a:solidFill>
                          <a:latin typeface="+mn-lt"/>
                        </a:rPr>
                        <a:t>10</a:t>
                      </a: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tc>
                  <a:txBody>
                    <a:bodyPr/>
                    <a:lstStyle/>
                    <a:p>
                      <a:r>
                        <a:rPr lang="en-US" sz="950" b="1" dirty="0">
                          <a:solidFill>
                            <a:schemeClr val="tx1"/>
                          </a:solidFill>
                          <a:latin typeface="+mn-lt"/>
                          <a:ea typeface="Open Sans" panose="020B0606030504020204" pitchFamily="34" charset="0"/>
                          <a:cs typeface="Open Sans" panose="020B0606030504020204" pitchFamily="34" charset="0"/>
                        </a:rPr>
                        <a:t>Refine / Finalize Target-State Process</a:t>
                      </a: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tc vMerge="1">
                  <a:txBody>
                    <a:bodyPr/>
                    <a:lstStyle/>
                    <a:p>
                      <a:pPr marL="0" lvl="0" indent="0">
                        <a:lnSpc>
                          <a:spcPct val="100000"/>
                        </a:lnSpc>
                        <a:spcBef>
                          <a:spcPts val="1100"/>
                        </a:spcBef>
                        <a:buFont typeface="Symbol" panose="05050102010706020507" pitchFamily="18" charset="2"/>
                        <a:buNone/>
                        <a:tabLst>
                          <a:tab pos="365760" algn="l"/>
                          <a:tab pos="731520" algn="l"/>
                          <a:tab pos="1097280" algn="l"/>
                          <a:tab pos="1463040" algn="l"/>
                          <a:tab pos="1828800" algn="l"/>
                        </a:tabLst>
                      </a:pPr>
                      <a:endParaRPr lang="en-CA" sz="900" b="1" i="1" dirty="0">
                        <a:solidFill>
                          <a:schemeClr val="tx1"/>
                        </a:solidFill>
                        <a:effectLst/>
                        <a:latin typeface="+mn-lt"/>
                        <a:ea typeface="Times New Roman" panose="02020603050405020304" pitchFamily="18" charset="0"/>
                        <a:cs typeface="Times New Roman" panose="02020603050405020304" pitchFamily="18" charset="0"/>
                      </a:endParaRPr>
                    </a:p>
                  </a:txBody>
                  <a:tcPr marL="68580" marR="68580" marT="0" marB="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tc vMerge="1">
                  <a:txBody>
                    <a:bodyPr/>
                    <a:lstStyle/>
                    <a:p>
                      <a:pPr marL="171450" indent="-171450">
                        <a:spcAft>
                          <a:spcPts val="0"/>
                        </a:spcAft>
                        <a:buFont typeface="Arial" panose="020B0604020202020204" pitchFamily="34" charset="0"/>
                        <a:buChar char="•"/>
                      </a:pPr>
                      <a:endParaRPr kumimoji="0" lang="en-US" sz="900" b="0" i="0" u="none" strike="noStrike" kern="1200" cap="none" spc="0" normalizeH="0" baseline="0" noProof="0" dirty="0">
                        <a:ln>
                          <a:noFill/>
                        </a:ln>
                        <a:solidFill>
                          <a:schemeClr val="tx1"/>
                        </a:solidFill>
                        <a:effectLst/>
                        <a:uLnTx/>
                        <a:uFillTx/>
                        <a:latin typeface="+mn-lt"/>
                        <a:ea typeface="+mn-ea"/>
                        <a:cs typeface="+mn-cs"/>
                      </a:endParaRP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tc vMerge="1">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950" b="0" i="0" u="none" strike="noStrike" kern="1200" cap="none" spc="0" normalizeH="0" baseline="0" noProof="0" dirty="0">
                        <a:ln>
                          <a:noFill/>
                        </a:ln>
                        <a:solidFill>
                          <a:srgbClr val="53565A"/>
                        </a:solidFill>
                        <a:effectLst/>
                        <a:uLnTx/>
                        <a:uFillTx/>
                        <a:latin typeface="Segoe UI"/>
                        <a:ea typeface="+mn-ea"/>
                        <a:cs typeface="+mn-cs"/>
                      </a:endParaRP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2590465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FA2C5C-AF36-38E3-A17F-0DDA485B30C8}"/>
            </a:ext>
          </a:extLst>
        </p:cNvPr>
        <p:cNvGrpSpPr/>
        <p:nvPr/>
      </p:nvGrpSpPr>
      <p:grpSpPr>
        <a:xfrm>
          <a:off x="0" y="0"/>
          <a:ext cx="0" cy="0"/>
          <a:chOff x="0" y="0"/>
          <a:chExt cx="0" cy="0"/>
        </a:xfrm>
      </p:grpSpPr>
      <p:sp>
        <p:nvSpPr>
          <p:cNvPr id="66" name="Rectangle 65">
            <a:extLst>
              <a:ext uri="{FF2B5EF4-FFF2-40B4-BE49-F238E27FC236}">
                <a16:creationId xmlns:a16="http://schemas.microsoft.com/office/drawing/2014/main" id="{4E46C063-59C5-F8C8-AC16-682E666E1B62}"/>
              </a:ext>
            </a:extLst>
          </p:cNvPr>
          <p:cNvSpPr/>
          <p:nvPr/>
        </p:nvSpPr>
        <p:spPr bwMode="gray">
          <a:xfrm>
            <a:off x="4667173" y="966620"/>
            <a:ext cx="1520131" cy="267231"/>
          </a:xfrm>
          <a:prstGeom prst="rect">
            <a:avLst/>
          </a:prstGeom>
          <a:solidFill>
            <a:srgbClr val="FFFFFF"/>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Segoe UI"/>
              <a:ea typeface="+mn-ea"/>
              <a:cs typeface="Arial" panose="020B0604020202020204" pitchFamily="34" charset="0"/>
            </a:endParaRPr>
          </a:p>
        </p:txBody>
      </p:sp>
      <p:sp>
        <p:nvSpPr>
          <p:cNvPr id="179" name="Text Placeholder 3">
            <a:extLst>
              <a:ext uri="{FF2B5EF4-FFF2-40B4-BE49-F238E27FC236}">
                <a16:creationId xmlns:a16="http://schemas.microsoft.com/office/drawing/2014/main" id="{92565417-39EA-6E98-673F-62790A0EB776}"/>
              </a:ext>
            </a:extLst>
          </p:cNvPr>
          <p:cNvSpPr txBox="1">
            <a:spLocks/>
          </p:cNvSpPr>
          <p:nvPr>
            <p:custDataLst>
              <p:tags r:id="rId1"/>
            </p:custDataLst>
          </p:nvPr>
        </p:nvSpPr>
        <p:spPr>
          <a:xfrm>
            <a:off x="463547" y="832490"/>
            <a:ext cx="11264900" cy="464060"/>
          </a:xfrm>
          <a:prstGeom prst="rect">
            <a:avLst/>
          </a:prstGeom>
        </p:spPr>
        <p:txBody>
          <a:bodyPr/>
          <a:lstStyle>
            <a:lvl1pPr marL="0" indent="0" algn="l" defTabSz="1219170" rtl="0" eaLnBrk="1" latinLnBrk="0" hangingPunct="1">
              <a:spcBef>
                <a:spcPts val="0"/>
              </a:spcBef>
              <a:spcAft>
                <a:spcPts val="1333"/>
              </a:spcAft>
              <a:buSzPct val="100000"/>
              <a:buFont typeface="Arial" panose="020B0604020202020204" pitchFamily="34" charset="0"/>
              <a:buNone/>
              <a:defRPr sz="1200" b="0" kern="1200">
                <a:solidFill>
                  <a:schemeClr val="tx1"/>
                </a:solidFill>
                <a:latin typeface="+mn-lt"/>
                <a:ea typeface="+mn-ea"/>
                <a:cs typeface="+mn-cs"/>
              </a:defRPr>
            </a:lvl1pPr>
            <a:lvl2pPr marL="0" indent="0" algn="l" defTabSz="1219170" rtl="0" eaLnBrk="1" latinLnBrk="0" hangingPunct="1">
              <a:spcBef>
                <a:spcPts val="0"/>
              </a:spcBef>
              <a:spcAft>
                <a:spcPts val="1333"/>
              </a:spcAft>
              <a:buClrTx/>
              <a:buSzPct val="100000"/>
              <a:buFont typeface="Arial"/>
              <a:buNone/>
              <a:defRPr lang="en-US" sz="1200" b="1" kern="1200" dirty="0" smtClean="0">
                <a:solidFill>
                  <a:schemeClr val="tx1"/>
                </a:solidFill>
                <a:latin typeface="+mn-lt"/>
                <a:ea typeface="+mn-ea"/>
                <a:cs typeface="+mn-cs"/>
              </a:defRPr>
            </a:lvl2pPr>
            <a:lvl3pPr marL="169863" indent="-169863" algn="l" defTabSz="1219170" rtl="0" eaLnBrk="1" latinLnBrk="0" hangingPunct="1">
              <a:spcBef>
                <a:spcPts val="0"/>
              </a:spcBef>
              <a:spcAft>
                <a:spcPts val="600"/>
              </a:spcAft>
              <a:buClrTx/>
              <a:buSzPct val="120000"/>
              <a:buFont typeface="Arial" panose="020B0604020202020204" pitchFamily="34" charset="0"/>
              <a:buChar char="•"/>
              <a:defRPr lang="en-US" sz="1200" kern="1200" dirty="0" smtClean="0">
                <a:solidFill>
                  <a:schemeClr val="tx1"/>
                </a:solidFill>
                <a:latin typeface="+mn-lt"/>
                <a:ea typeface="+mn-ea"/>
                <a:cs typeface="+mn-cs"/>
              </a:defRPr>
            </a:lvl3pPr>
            <a:lvl4pPr marL="284163" indent="-114300" algn="l" defTabSz="1219170" rtl="0" eaLnBrk="1" latinLnBrk="0" hangingPunct="1">
              <a:spcBef>
                <a:spcPts val="0"/>
              </a:spcBef>
              <a:spcAft>
                <a:spcPts val="600"/>
              </a:spcAft>
              <a:buClrTx/>
              <a:buSzPct val="100000"/>
              <a:buFont typeface="Arial" panose="020B0604020202020204" pitchFamily="34" charset="0"/>
              <a:buChar char="•"/>
              <a:defRPr lang="en-US" sz="1200" kern="1200" baseline="0" dirty="0" smtClean="0">
                <a:solidFill>
                  <a:schemeClr val="tx1"/>
                </a:solidFill>
                <a:latin typeface="+mn-lt"/>
                <a:ea typeface="+mn-ea"/>
                <a:cs typeface="+mn-cs"/>
              </a:defRPr>
            </a:lvl4pPr>
            <a:lvl5pPr marL="400050" indent="-115888" algn="l" defTabSz="1064657" rtl="0" eaLnBrk="1" latinLnBrk="0" hangingPunct="1">
              <a:spcBef>
                <a:spcPts val="0"/>
              </a:spcBef>
              <a:spcAft>
                <a:spcPts val="600"/>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marL="0" marR="0" lvl="0" indent="0" algn="l" defTabSz="1219170" rtl="0" eaLnBrk="1" fontAlgn="auto" latinLnBrk="0" hangingPunct="1">
              <a:lnSpc>
                <a:spcPct val="100000"/>
              </a:lnSpc>
              <a:spcBef>
                <a:spcPts val="0"/>
              </a:spcBef>
              <a:spcAft>
                <a:spcPts val="1333"/>
              </a:spcAft>
              <a:buClrTx/>
              <a:buSzPct val="100000"/>
              <a:buFont typeface="Arial" panose="020B0604020202020204" pitchFamily="34" charset="0"/>
              <a:buNone/>
              <a:tabLst/>
              <a:defRPr/>
            </a:pPr>
            <a:r>
              <a:rPr kumimoji="0" lang="en-US" sz="1100" b="0" i="0" u="none" strike="noStrike" kern="1200" cap="none" spc="0" normalizeH="0" baseline="0" noProof="0" dirty="0">
                <a:ln>
                  <a:noFill/>
                </a:ln>
                <a:solidFill>
                  <a:srgbClr val="6B7280"/>
                </a:solidFill>
                <a:effectLst/>
                <a:uLnTx/>
                <a:uFillTx/>
                <a:latin typeface="Segoe UI"/>
                <a:ea typeface="Open Sans" panose="020B0606030504020204" pitchFamily="34" charset="0"/>
                <a:cs typeface="Open Sans" panose="020B0606030504020204" pitchFamily="34" charset="0"/>
              </a:rPr>
              <a:t>Overview of the key TPRM &amp; Oversight activities supporting Beem's Visa Debit program, including the activities, dependencies, and stakeholder engagement required for successful delivery.</a:t>
            </a:r>
          </a:p>
          <a:p>
            <a:pPr marL="0" marR="0" lvl="0" indent="0" algn="l" defTabSz="1219170" rtl="0" eaLnBrk="1" fontAlgn="auto" latinLnBrk="0" hangingPunct="1">
              <a:lnSpc>
                <a:spcPct val="100000"/>
              </a:lnSpc>
              <a:spcBef>
                <a:spcPts val="0"/>
              </a:spcBef>
              <a:spcAft>
                <a:spcPts val="1333"/>
              </a:spcAft>
              <a:buClrTx/>
              <a:buSzPct val="100000"/>
              <a:buFont typeface="Arial" panose="020B0604020202020204" pitchFamily="34" charset="0"/>
              <a:buNone/>
              <a:tabLst/>
              <a:defRPr/>
            </a:pPr>
            <a:endParaRPr kumimoji="0" lang="en-US" sz="1100" b="0" i="0" u="none" strike="noStrike" kern="1200" cap="none" spc="0" normalizeH="0" baseline="0" noProof="0" dirty="0">
              <a:ln>
                <a:noFill/>
              </a:ln>
              <a:solidFill>
                <a:srgbClr val="6B7280"/>
              </a:solidFill>
              <a:effectLst/>
              <a:uLnTx/>
              <a:uFillTx/>
              <a:latin typeface="Segoe UI"/>
              <a:ea typeface="Open Sans" panose="020B0606030504020204" pitchFamily="34" charset="0"/>
              <a:cs typeface="Open Sans" panose="020B0606030504020204" pitchFamily="34" charset="0"/>
            </a:endParaRPr>
          </a:p>
        </p:txBody>
      </p:sp>
      <p:sp>
        <p:nvSpPr>
          <p:cNvPr id="181" name="Title 3">
            <a:extLst>
              <a:ext uri="{FF2B5EF4-FFF2-40B4-BE49-F238E27FC236}">
                <a16:creationId xmlns:a16="http://schemas.microsoft.com/office/drawing/2014/main" id="{F44CE2BA-5952-1568-0C18-6DB666ADD990}"/>
              </a:ext>
            </a:extLst>
          </p:cNvPr>
          <p:cNvSpPr txBox="1">
            <a:spLocks/>
          </p:cNvSpPr>
          <p:nvPr>
            <p:custDataLst>
              <p:tags r:id="rId2"/>
            </p:custDataLst>
          </p:nvPr>
        </p:nvSpPr>
        <p:spPr>
          <a:xfrm>
            <a:off x="457200" y="430082"/>
            <a:ext cx="11281285" cy="340136"/>
          </a:xfrm>
        </p:spPr>
        <p:txBody>
          <a:bodyPr/>
          <a:lstStyle>
            <a:lvl1pPr algn="l" defTabSz="1219170" rtl="0" eaLnBrk="1" latinLnBrk="0" hangingPunct="1">
              <a:spcBef>
                <a:spcPct val="0"/>
              </a:spcBef>
              <a:buNone/>
              <a:defRPr sz="2200" kern="1200">
                <a:solidFill>
                  <a:schemeClr val="tx1"/>
                </a:solidFill>
                <a:latin typeface="Calibri" panose="020F0502020204030204" pitchFamily="34" charset="0"/>
                <a:ea typeface="+mj-ea"/>
                <a:cs typeface="Calibri" panose="020F0502020204030204" pitchFamily="34" charset="0"/>
              </a:defRPr>
            </a:lvl1pPr>
          </a:lstStyle>
          <a:p>
            <a:pPr marL="0" marR="0" lvl="0" indent="0" algn="l" defTabSz="121917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a:ln>
                  <a:noFill/>
                </a:ln>
                <a:solidFill>
                  <a:srgbClr val="53565A"/>
                </a:solidFill>
                <a:effectLst/>
                <a:uLnTx/>
                <a:uFillTx/>
                <a:latin typeface="Open Sans" panose="020B0606030504020204" pitchFamily="34" charset="0"/>
                <a:ea typeface="Open Sans" panose="020B0606030504020204" pitchFamily="34" charset="0"/>
                <a:cs typeface="Open Sans" panose="020B0606030504020204" pitchFamily="34" charset="0"/>
              </a:rPr>
              <a:t>TPRM &amp; Oversight </a:t>
            </a:r>
            <a:r>
              <a:rPr kumimoji="0" lang="en-US" sz="2400" b="0" i="0" u="none" strike="noStrike" kern="1200" cap="none" spc="0" normalizeH="0" baseline="0" noProof="0" dirty="0">
                <a:ln>
                  <a:noFill/>
                </a:ln>
                <a:solidFill>
                  <a:srgbClr val="53565A"/>
                </a:solidFill>
                <a:effectLst/>
                <a:uLnTx/>
                <a:uFillTx/>
                <a:latin typeface="Open Sans" panose="020B0606030504020204" pitchFamily="34" charset="0"/>
                <a:ea typeface="Open Sans" panose="020B0606030504020204" pitchFamily="34" charset="0"/>
                <a:cs typeface="Open Sans" panose="020B0606030504020204" pitchFamily="34" charset="0"/>
              </a:rPr>
              <a:t>Activities Overview</a:t>
            </a:r>
          </a:p>
        </p:txBody>
      </p:sp>
      <p:graphicFrame>
        <p:nvGraphicFramePr>
          <p:cNvPr id="3" name="Table 0">
            <a:extLst>
              <a:ext uri="{FF2B5EF4-FFF2-40B4-BE49-F238E27FC236}">
                <a16:creationId xmlns:a16="http://schemas.microsoft.com/office/drawing/2014/main" id="{E71E64F4-EF3F-5E17-1B41-EDF94412AD94}"/>
              </a:ext>
            </a:extLst>
          </p:cNvPr>
          <p:cNvGraphicFramePr>
            <a:graphicFrameLocks noGrp="1"/>
          </p:cNvGraphicFramePr>
          <p:nvPr/>
        </p:nvGraphicFramePr>
        <p:xfrm>
          <a:off x="336000" y="1217339"/>
          <a:ext cx="11520000" cy="3086693"/>
        </p:xfrm>
        <a:graphic>
          <a:graphicData uri="http://schemas.openxmlformats.org/drawingml/2006/table">
            <a:tbl>
              <a:tblPr/>
              <a:tblGrid>
                <a:gridCol w="360000">
                  <a:extLst>
                    <a:ext uri="{9D8B030D-6E8A-4147-A177-3AD203B41FA5}">
                      <a16:colId xmlns:a16="http://schemas.microsoft.com/office/drawing/2014/main" val="3938568223"/>
                    </a:ext>
                  </a:extLst>
                </a:gridCol>
                <a:gridCol w="1800000">
                  <a:extLst>
                    <a:ext uri="{9D8B030D-6E8A-4147-A177-3AD203B41FA5}">
                      <a16:colId xmlns:a16="http://schemas.microsoft.com/office/drawing/2014/main" val="4018432735"/>
                    </a:ext>
                  </a:extLst>
                </a:gridCol>
                <a:gridCol w="3960000">
                  <a:extLst>
                    <a:ext uri="{9D8B030D-6E8A-4147-A177-3AD203B41FA5}">
                      <a16:colId xmlns:a16="http://schemas.microsoft.com/office/drawing/2014/main" val="20000"/>
                    </a:ext>
                  </a:extLst>
                </a:gridCol>
                <a:gridCol w="3960000">
                  <a:extLst>
                    <a:ext uri="{9D8B030D-6E8A-4147-A177-3AD203B41FA5}">
                      <a16:colId xmlns:a16="http://schemas.microsoft.com/office/drawing/2014/main" val="20001"/>
                    </a:ext>
                  </a:extLst>
                </a:gridCol>
                <a:gridCol w="1440000">
                  <a:extLst>
                    <a:ext uri="{9D8B030D-6E8A-4147-A177-3AD203B41FA5}">
                      <a16:colId xmlns:a16="http://schemas.microsoft.com/office/drawing/2014/main" val="20002"/>
                    </a:ext>
                  </a:extLst>
                </a:gridCol>
              </a:tblGrid>
              <a:tr h="467360">
                <a:tc>
                  <a:txBody>
                    <a:bodyPr/>
                    <a:lstStyle/>
                    <a:p>
                      <a:pPr marL="0" indent="0" algn="ctr">
                        <a:buNone/>
                      </a:pPr>
                      <a:r>
                        <a:rPr lang="en-US" sz="1200" b="1">
                          <a:solidFill>
                            <a:srgbClr val="FFFFFF"/>
                          </a:solidFill>
                          <a:latin typeface="+mn-lt"/>
                        </a:rPr>
                        <a:t>#</a:t>
                      </a:r>
                      <a:endParaRPr lang="en-US" sz="1200">
                        <a:latin typeface="+mn-lt"/>
                      </a:endParaRP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accent1">
                        <a:lumMod val="50000"/>
                      </a:schemeClr>
                    </a:solidFill>
                  </a:tcPr>
                </a:tc>
                <a:tc>
                  <a:txBody>
                    <a:bodyPr/>
                    <a:lstStyle/>
                    <a:p>
                      <a:pPr marL="0" indent="0">
                        <a:buNone/>
                      </a:pPr>
                      <a:r>
                        <a:rPr lang="en-US" sz="1200" b="1" dirty="0">
                          <a:solidFill>
                            <a:srgbClr val="FFFFFF"/>
                          </a:solidFill>
                          <a:latin typeface="+mn-lt"/>
                        </a:rPr>
                        <a:t>Activity</a:t>
                      </a:r>
                      <a:endParaRPr lang="en-US" sz="1200" dirty="0">
                        <a:latin typeface="+mn-lt"/>
                      </a:endParaRP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accent1">
                        <a:lumMod val="50000"/>
                      </a:schemeClr>
                    </a:solidFill>
                  </a:tcPr>
                </a:tc>
                <a:tc>
                  <a:txBody>
                    <a:bodyPr/>
                    <a:lstStyle/>
                    <a:p>
                      <a:pPr marL="0" indent="0">
                        <a:buNone/>
                      </a:pPr>
                      <a:r>
                        <a:rPr lang="en-US" sz="1200" b="1" dirty="0">
                          <a:solidFill>
                            <a:srgbClr val="FFFFFF"/>
                          </a:solidFill>
                          <a:latin typeface="+mn-lt"/>
                        </a:rPr>
                        <a:t>Description</a:t>
                      </a:r>
                      <a:endParaRPr lang="en-US" sz="1200" dirty="0">
                        <a:latin typeface="+mn-lt"/>
                      </a:endParaRP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accent1">
                        <a:lumMod val="50000"/>
                      </a:schemeClr>
                    </a:solidFill>
                  </a:tcPr>
                </a:tc>
                <a:tc>
                  <a:txBody>
                    <a:bodyPr/>
                    <a:lstStyle/>
                    <a:p>
                      <a:pPr marL="0" indent="0">
                        <a:buNone/>
                      </a:pPr>
                      <a:r>
                        <a:rPr lang="en-US" sz="1200" b="1" dirty="0">
                          <a:solidFill>
                            <a:srgbClr val="FFFFFF"/>
                          </a:solidFill>
                          <a:latin typeface="+mn-lt"/>
                        </a:rPr>
                        <a:t>Document Needed</a:t>
                      </a:r>
                      <a:endParaRPr lang="en-US" sz="1200" dirty="0">
                        <a:latin typeface="+mn-lt"/>
                      </a:endParaRP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accent1">
                        <a:lumMod val="50000"/>
                      </a:schemeClr>
                    </a:solidFill>
                  </a:tcPr>
                </a:tc>
                <a:tc>
                  <a:txBody>
                    <a:bodyPr/>
                    <a:lstStyle/>
                    <a:p>
                      <a:pPr marL="0" indent="0" algn="ctr">
                        <a:buNone/>
                      </a:pPr>
                      <a:r>
                        <a:rPr lang="en-US" sz="1200" b="1" dirty="0">
                          <a:solidFill>
                            <a:srgbClr val="FFFFFF"/>
                          </a:solidFill>
                        </a:rPr>
                        <a:t>Beem Point of Contact</a:t>
                      </a:r>
                      <a:endParaRPr lang="en-US" sz="1200" dirty="0">
                        <a:solidFill>
                          <a:srgbClr val="FF0000"/>
                        </a:solidFill>
                      </a:endParaRP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10000"/>
                  </a:ext>
                </a:extLst>
              </a:tr>
              <a:tr h="868680">
                <a:tc>
                  <a:txBody>
                    <a:bodyPr/>
                    <a:lstStyle/>
                    <a:p>
                      <a:pPr marL="0" indent="0" algn="ctr">
                        <a:buNone/>
                      </a:pPr>
                      <a:r>
                        <a:rPr lang="en-US" sz="950" b="1">
                          <a:solidFill>
                            <a:schemeClr val="tx1"/>
                          </a:solidFill>
                          <a:latin typeface="+mn-lt"/>
                        </a:rPr>
                        <a:t>11</a:t>
                      </a: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tc>
                  <a:txBody>
                    <a:bodyPr/>
                    <a:lstStyle/>
                    <a:p>
                      <a:pPr marL="0" indent="0">
                        <a:buNone/>
                      </a:pPr>
                      <a:r>
                        <a:rPr lang="en-US" sz="950" b="1" dirty="0">
                          <a:solidFill>
                            <a:schemeClr val="tx1"/>
                          </a:solidFill>
                          <a:latin typeface="+mn-lt"/>
                        </a:rPr>
                        <a:t>Enhance Existing TPRM Process</a:t>
                      </a: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tc>
                  <a:txBody>
                    <a:bodyPr/>
                    <a:lstStyle/>
                    <a:p>
                      <a:pPr marL="0" lvl="0" indent="0">
                        <a:lnSpc>
                          <a:spcPct val="100000"/>
                        </a:lnSpc>
                        <a:spcBef>
                          <a:spcPts val="1100"/>
                        </a:spcBef>
                        <a:buFont typeface="Symbol" panose="05050102010706020507" pitchFamily="18" charset="2"/>
                        <a:buNone/>
                        <a:tabLst>
                          <a:tab pos="365760" algn="l"/>
                          <a:tab pos="731520" algn="l"/>
                          <a:tab pos="1097280" algn="l"/>
                          <a:tab pos="1463040" algn="l"/>
                          <a:tab pos="1828800" algn="l"/>
                        </a:tabLst>
                      </a:pPr>
                      <a:r>
                        <a:rPr lang="en-US" sz="900" b="0" i="1" dirty="0">
                          <a:solidFill>
                            <a:schemeClr val="tx1"/>
                          </a:solidFill>
                          <a:effectLst/>
                          <a:latin typeface="+mn-lt"/>
                          <a:ea typeface="Times New Roman" panose="02020603050405020304" pitchFamily="18" charset="0"/>
                          <a:cs typeface="Times New Roman" panose="02020603050405020304" pitchFamily="18" charset="0"/>
                        </a:rPr>
                        <a:t>Review and </a:t>
                      </a:r>
                      <a:r>
                        <a:rPr lang="en-US" sz="900" b="0" i="1" dirty="0" err="1">
                          <a:solidFill>
                            <a:schemeClr val="tx1"/>
                          </a:solidFill>
                          <a:effectLst/>
                          <a:latin typeface="+mn-lt"/>
                          <a:ea typeface="Times New Roman" panose="02020603050405020304" pitchFamily="18" charset="0"/>
                          <a:cs typeface="Times New Roman" panose="02020603050405020304" pitchFamily="18" charset="0"/>
                        </a:rPr>
                        <a:t>and</a:t>
                      </a:r>
                      <a:r>
                        <a:rPr lang="en-US" sz="900" b="0" i="1" dirty="0">
                          <a:solidFill>
                            <a:schemeClr val="tx1"/>
                          </a:solidFill>
                          <a:effectLst/>
                          <a:latin typeface="+mn-lt"/>
                          <a:ea typeface="Times New Roman" panose="02020603050405020304" pitchFamily="18" charset="0"/>
                          <a:cs typeface="Times New Roman" panose="02020603050405020304" pitchFamily="18" charset="0"/>
                        </a:rPr>
                        <a:t> enhance existing third-party risk management processes to incorporate Visa Debit and BIN Sponsorship requirements, ensuring vendor oversight activities align with applicable regulatory, network, and contractual obligations.</a:t>
                      </a:r>
                      <a:endParaRPr lang="en-CA" sz="900" b="1" i="1" dirty="0">
                        <a:solidFill>
                          <a:schemeClr val="tx1"/>
                        </a:solidFill>
                        <a:effectLst/>
                        <a:latin typeface="+mn-lt"/>
                        <a:ea typeface="Times New Roman" panose="02020603050405020304" pitchFamily="18" charset="0"/>
                        <a:cs typeface="Times New Roman" panose="02020603050405020304" pitchFamily="18" charset="0"/>
                      </a:endParaRPr>
                    </a:p>
                  </a:txBody>
                  <a:tcPr marL="68580" marR="68580" marT="0" marB="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tc>
                  <a:txBody>
                    <a:bodyPr/>
                    <a:lstStyle/>
                    <a:p>
                      <a:pPr marL="171450" lvl="0" indent="-171450" fontAlgn="t">
                        <a:buFont typeface="Arial" panose="020B0604020202020204" pitchFamily="34" charset="0"/>
                        <a:buChar char="•"/>
                      </a:pPr>
                      <a:r>
                        <a:rPr lang="en-CA" sz="900" b="0" i="0" kern="1200" dirty="0">
                          <a:solidFill>
                            <a:schemeClr val="tx1"/>
                          </a:solidFill>
                          <a:effectLst/>
                          <a:latin typeface="+mn-lt"/>
                          <a:ea typeface="+mn-ea"/>
                          <a:cs typeface="+mn-cs"/>
                        </a:rPr>
                        <a:t>Current TPRM policies and processes</a:t>
                      </a: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tc>
                  <a:txBody>
                    <a:bodyPr/>
                    <a:lstStyle/>
                    <a:p>
                      <a:pPr marL="0" indent="0" algn="ctr">
                        <a:buNone/>
                      </a:pPr>
                      <a:r>
                        <a:rPr lang="en-US" sz="950" i="1" dirty="0">
                          <a:solidFill>
                            <a:schemeClr val="tx1"/>
                          </a:solidFill>
                        </a:rPr>
                        <a:t>Akinwale A.</a:t>
                      </a: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778653">
                <a:tc>
                  <a:txBody>
                    <a:bodyPr/>
                    <a:lstStyle/>
                    <a:p>
                      <a:pPr marL="0" indent="0" algn="ctr">
                        <a:buNone/>
                      </a:pPr>
                      <a:r>
                        <a:rPr lang="en-US" sz="950" b="1">
                          <a:solidFill>
                            <a:schemeClr val="tx1"/>
                          </a:solidFill>
                          <a:latin typeface="+mn-lt"/>
                        </a:rPr>
                        <a:t>12</a:t>
                      </a: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tc>
                  <a:txBody>
                    <a:bodyPr/>
                    <a:lstStyle/>
                    <a:p>
                      <a:pPr marL="0" indent="0">
                        <a:buNone/>
                      </a:pPr>
                      <a:r>
                        <a:rPr lang="en-US" sz="950" b="1" dirty="0">
                          <a:solidFill>
                            <a:schemeClr val="tx1"/>
                          </a:solidFill>
                          <a:latin typeface="+mn-lt"/>
                        </a:rPr>
                        <a:t>Establish ICICI Attestation Process</a:t>
                      </a: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tc>
                  <a:txBody>
                    <a:bodyPr/>
                    <a:lstStyle/>
                    <a:p>
                      <a:pPr marL="0" indent="0">
                        <a:lnSpc>
                          <a:spcPct val="100000"/>
                        </a:lnSpc>
                        <a:buNone/>
                      </a:pPr>
                      <a:r>
                        <a:rPr lang="en-US" sz="900" b="0" i="1" dirty="0">
                          <a:solidFill>
                            <a:schemeClr val="tx1"/>
                          </a:solidFill>
                          <a:latin typeface="+mn-lt"/>
                        </a:rPr>
                        <a:t>Establish process to submit annual Attestation of Compliance to ICICI Bank.</a:t>
                      </a: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tc>
                  <a:txBody>
                    <a:bodyPr/>
                    <a:lstStyle/>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rgbClr val="53565A"/>
                          </a:solidFill>
                          <a:effectLst/>
                          <a:uLnTx/>
                          <a:uFillTx/>
                          <a:latin typeface="+mn-lt"/>
                          <a:ea typeface="+mn-ea"/>
                          <a:cs typeface="+mn-cs"/>
                        </a:rPr>
                        <a:t>Excerpt of the ICICI contract showing the attestation requirements, templates, and submission guidance </a:t>
                      </a: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50" b="0" i="1" u="none" strike="noStrike" kern="1200" cap="none" spc="0" normalizeH="0" baseline="0" noProof="0">
                          <a:ln>
                            <a:noFill/>
                          </a:ln>
                          <a:solidFill>
                            <a:srgbClr val="53565A"/>
                          </a:solidFill>
                          <a:effectLst/>
                          <a:uLnTx/>
                          <a:uFillTx/>
                          <a:latin typeface="Segoe UI"/>
                          <a:ea typeface="+mn-ea"/>
                          <a:cs typeface="+mn-cs"/>
                        </a:rPr>
                        <a:t>Akinwale A.</a:t>
                      </a:r>
                      <a:endParaRPr kumimoji="0" lang="en-US" sz="950" b="0" i="1" u="none" strike="noStrike" kern="1200" cap="none" spc="0" normalizeH="0" baseline="0" noProof="0" dirty="0">
                        <a:ln>
                          <a:noFill/>
                        </a:ln>
                        <a:solidFill>
                          <a:srgbClr val="53565A"/>
                        </a:solidFill>
                        <a:effectLst/>
                        <a:uLnTx/>
                        <a:uFillTx/>
                        <a:latin typeface="Segoe UI"/>
                        <a:ea typeface="+mn-ea"/>
                        <a:cs typeface="+mn-cs"/>
                      </a:endParaRP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972000">
                <a:tc>
                  <a:txBody>
                    <a:bodyPr/>
                    <a:lstStyle/>
                    <a:p>
                      <a:pPr marL="0" indent="0" algn="ctr">
                        <a:buNone/>
                      </a:pPr>
                      <a:r>
                        <a:rPr lang="en-US" sz="950" b="1">
                          <a:solidFill>
                            <a:schemeClr val="tx1"/>
                          </a:solidFill>
                          <a:latin typeface="+mn-lt"/>
                        </a:rPr>
                        <a:t>13</a:t>
                      </a: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tc>
                  <a:txBody>
                    <a:bodyPr/>
                    <a:lstStyle/>
                    <a:p>
                      <a:pPr marL="0" indent="0">
                        <a:buNone/>
                      </a:pPr>
                      <a:r>
                        <a:rPr lang="en-US" sz="950" b="1" dirty="0">
                          <a:solidFill>
                            <a:schemeClr val="tx1"/>
                          </a:solidFill>
                          <a:latin typeface="+mn-lt"/>
                        </a:rPr>
                        <a:t>Build Centralized Artifact Repository</a:t>
                      </a: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tc>
                  <a:txBody>
                    <a:bodyPr/>
                    <a:lstStyle/>
                    <a:p>
                      <a:pPr marL="0" lvl="0" indent="0">
                        <a:lnSpc>
                          <a:spcPct val="100000"/>
                        </a:lnSpc>
                        <a:spcBef>
                          <a:spcPts val="1100"/>
                        </a:spcBef>
                        <a:buFont typeface="Symbol" panose="05050102010706020507" pitchFamily="18" charset="2"/>
                        <a:buNone/>
                        <a:tabLst>
                          <a:tab pos="365760" algn="l"/>
                          <a:tab pos="731520" algn="l"/>
                          <a:tab pos="1097280" algn="l"/>
                          <a:tab pos="1463040" algn="l"/>
                          <a:tab pos="1828800" algn="l"/>
                        </a:tabLst>
                      </a:pPr>
                      <a:r>
                        <a:rPr lang="en-US" sz="900" b="0" i="1" dirty="0">
                          <a:solidFill>
                            <a:schemeClr val="tx1"/>
                          </a:solidFill>
                          <a:effectLst/>
                          <a:latin typeface="+mn-lt"/>
                          <a:ea typeface="Times New Roman" panose="02020603050405020304" pitchFamily="18" charset="0"/>
                          <a:cs typeface="Times New Roman" panose="02020603050405020304" pitchFamily="18" charset="0"/>
                        </a:rPr>
                        <a:t>Design and implement a centralized artifact repository and communication framework to support Visa Debit oversight activities, including storage and management of policies, procedures, reporting artifacts, compliance evidence, governance documentation, issue logs, and correspondence with regulators, Visa, and 3rd parties.</a:t>
                      </a:r>
                      <a:endParaRPr lang="en-CA" sz="900" b="1" i="1" dirty="0">
                        <a:solidFill>
                          <a:schemeClr val="tx1"/>
                        </a:solidFill>
                        <a:effectLst/>
                        <a:latin typeface="+mn-lt"/>
                        <a:ea typeface="Times New Roman" panose="02020603050405020304" pitchFamily="18" charset="0"/>
                        <a:cs typeface="Times New Roman" panose="02020603050405020304" pitchFamily="18" charset="0"/>
                      </a:endParaRPr>
                    </a:p>
                  </a:txBody>
                  <a:tcPr marL="68580" marR="68580" marT="0" marB="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tc>
                  <a:txBody>
                    <a:bodyPr/>
                    <a:lstStyle/>
                    <a:p>
                      <a:pPr marL="0" lvl="0" indent="0" fontAlgn="t">
                        <a:buFont typeface="Arial" panose="020B0604020202020204" pitchFamily="34" charset="0"/>
                        <a:buNone/>
                      </a:pPr>
                      <a:r>
                        <a:rPr lang="en-US" sz="900" b="0" i="0" kern="1200">
                          <a:solidFill>
                            <a:schemeClr val="tx1"/>
                          </a:solidFill>
                          <a:effectLst/>
                          <a:latin typeface="+mn-lt"/>
                          <a:ea typeface="+mn-ea"/>
                          <a:cs typeface="+mn-cs"/>
                        </a:rPr>
                        <a:t>N/A</a:t>
                      </a:r>
                      <a:endParaRPr lang="en-CA" sz="900" b="0" i="0" kern="1200">
                        <a:solidFill>
                          <a:schemeClr val="tx1"/>
                        </a:solidFill>
                        <a:effectLst/>
                        <a:latin typeface="+mn-lt"/>
                        <a:ea typeface="+mn-ea"/>
                        <a:cs typeface="+mn-cs"/>
                      </a:endParaRP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50" b="0" i="1" u="none" strike="noStrike" kern="1200" cap="none" spc="0" normalizeH="0" baseline="0" noProof="0" dirty="0">
                          <a:ln>
                            <a:noFill/>
                          </a:ln>
                          <a:solidFill>
                            <a:srgbClr val="53565A"/>
                          </a:solidFill>
                          <a:effectLst/>
                          <a:uLnTx/>
                          <a:uFillTx/>
                          <a:latin typeface="Segoe UI"/>
                          <a:ea typeface="+mn-ea"/>
                          <a:cs typeface="+mn-cs"/>
                        </a:rPr>
                        <a:t>Akinwale A.</a:t>
                      </a: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8048461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42DC44-2D52-7BF5-3381-270024F898DD}"/>
            </a:ext>
          </a:extLst>
        </p:cNvPr>
        <p:cNvGrpSpPr/>
        <p:nvPr/>
      </p:nvGrpSpPr>
      <p:grpSpPr>
        <a:xfrm>
          <a:off x="0" y="0"/>
          <a:ext cx="0" cy="0"/>
          <a:chOff x="0" y="0"/>
          <a:chExt cx="0" cy="0"/>
        </a:xfrm>
      </p:grpSpPr>
      <p:sp>
        <p:nvSpPr>
          <p:cNvPr id="65" name="Rectangle: Rounded Corners 64">
            <a:extLst>
              <a:ext uri="{FF2B5EF4-FFF2-40B4-BE49-F238E27FC236}">
                <a16:creationId xmlns:a16="http://schemas.microsoft.com/office/drawing/2014/main" id="{24EC9039-C378-15F0-394D-73BA2D48BA65}"/>
              </a:ext>
            </a:extLst>
          </p:cNvPr>
          <p:cNvSpPr/>
          <p:nvPr/>
        </p:nvSpPr>
        <p:spPr bwMode="gray">
          <a:xfrm>
            <a:off x="919423" y="4620624"/>
            <a:ext cx="7670801" cy="633813"/>
          </a:xfrm>
          <a:prstGeom prst="roundRect">
            <a:avLst>
              <a:gd name="adj" fmla="val 50000"/>
            </a:avLst>
          </a:prstGeom>
          <a:solidFill>
            <a:schemeClr val="accent1"/>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CA" sz="1600" b="1" i="0" u="none" strike="noStrike" kern="1200" cap="none" spc="0" normalizeH="0" baseline="0" noProof="0">
              <a:ln>
                <a:noFill/>
              </a:ln>
              <a:solidFill>
                <a:prstClr val="white"/>
              </a:solidFill>
              <a:effectLst/>
              <a:uLnTx/>
              <a:uFillTx/>
              <a:latin typeface="Segoe UI"/>
              <a:ea typeface="+mn-ea"/>
              <a:cs typeface="+mn-cs"/>
            </a:endParaRPr>
          </a:p>
        </p:txBody>
      </p:sp>
      <p:sp>
        <p:nvSpPr>
          <p:cNvPr id="70" name="Rectangle: Rounded Corners 69">
            <a:extLst>
              <a:ext uri="{FF2B5EF4-FFF2-40B4-BE49-F238E27FC236}">
                <a16:creationId xmlns:a16="http://schemas.microsoft.com/office/drawing/2014/main" id="{0A4B886E-8442-1042-E093-6BADEB85BE23}"/>
              </a:ext>
            </a:extLst>
          </p:cNvPr>
          <p:cNvSpPr/>
          <p:nvPr/>
        </p:nvSpPr>
        <p:spPr bwMode="gray">
          <a:xfrm>
            <a:off x="919423" y="5446623"/>
            <a:ext cx="7670801" cy="633813"/>
          </a:xfrm>
          <a:prstGeom prst="roundRect">
            <a:avLst>
              <a:gd name="adj" fmla="val 50000"/>
            </a:avLst>
          </a:prstGeom>
          <a:solidFill>
            <a:schemeClr val="accent1"/>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CA" sz="1600" b="1" i="0" u="none" strike="noStrike" kern="1200" cap="none" spc="0" normalizeH="0" baseline="0" noProof="0">
              <a:ln>
                <a:noFill/>
              </a:ln>
              <a:solidFill>
                <a:prstClr val="white"/>
              </a:solidFill>
              <a:effectLst/>
              <a:uLnTx/>
              <a:uFillTx/>
              <a:latin typeface="Segoe UI"/>
              <a:ea typeface="+mn-ea"/>
              <a:cs typeface="+mn-cs"/>
            </a:endParaRPr>
          </a:p>
        </p:txBody>
      </p:sp>
      <p:sp>
        <p:nvSpPr>
          <p:cNvPr id="181" name="Title 3">
            <a:extLst>
              <a:ext uri="{FF2B5EF4-FFF2-40B4-BE49-F238E27FC236}">
                <a16:creationId xmlns:a16="http://schemas.microsoft.com/office/drawing/2014/main" id="{2EF21A63-1292-E0EB-7D58-EA565DBD296F}"/>
              </a:ext>
            </a:extLst>
          </p:cNvPr>
          <p:cNvSpPr txBox="1">
            <a:spLocks/>
          </p:cNvSpPr>
          <p:nvPr>
            <p:custDataLst>
              <p:tags r:id="rId1"/>
            </p:custDataLst>
          </p:nvPr>
        </p:nvSpPr>
        <p:spPr>
          <a:xfrm>
            <a:off x="457200" y="430082"/>
            <a:ext cx="11281285" cy="340136"/>
          </a:xfrm>
        </p:spPr>
        <p:txBody>
          <a:bodyPr/>
          <a:lstStyle>
            <a:lvl1pPr algn="l" defTabSz="1219170" rtl="0" eaLnBrk="1" latinLnBrk="0" hangingPunct="1">
              <a:spcBef>
                <a:spcPct val="0"/>
              </a:spcBef>
              <a:buNone/>
              <a:defRPr sz="2200" kern="1200">
                <a:solidFill>
                  <a:schemeClr val="tx1"/>
                </a:solidFill>
                <a:latin typeface="Calibri" panose="020F0502020204030204" pitchFamily="34" charset="0"/>
                <a:ea typeface="+mj-ea"/>
                <a:cs typeface="Calibri" panose="020F0502020204030204" pitchFamily="34" charset="0"/>
              </a:defRPr>
            </a:lvl1pPr>
          </a:lstStyle>
          <a:p>
            <a:pPr marL="0" marR="0" lvl="0" indent="0" algn="l" defTabSz="121917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a:ln>
                  <a:noFill/>
                </a:ln>
                <a:solidFill>
                  <a:srgbClr val="53565A"/>
                </a:solidFill>
                <a:effectLst/>
                <a:uLnTx/>
                <a:uFillTx/>
                <a:latin typeface="Open Sans" panose="020B0606030504020204" pitchFamily="34" charset="0"/>
                <a:ea typeface="Open Sans" panose="020B0606030504020204" pitchFamily="34" charset="0"/>
                <a:cs typeface="Open Sans" panose="020B0606030504020204" pitchFamily="34" charset="0"/>
              </a:rPr>
              <a:t>Recap of Today's Discussion</a:t>
            </a:r>
          </a:p>
        </p:txBody>
      </p:sp>
      <p:sp>
        <p:nvSpPr>
          <p:cNvPr id="57" name="Rectangle: Rounded Corners 56">
            <a:extLst>
              <a:ext uri="{FF2B5EF4-FFF2-40B4-BE49-F238E27FC236}">
                <a16:creationId xmlns:a16="http://schemas.microsoft.com/office/drawing/2014/main" id="{C679426C-A4F2-1783-99D3-7A993DB16F79}"/>
              </a:ext>
            </a:extLst>
          </p:cNvPr>
          <p:cNvSpPr/>
          <p:nvPr/>
        </p:nvSpPr>
        <p:spPr bwMode="gray">
          <a:xfrm>
            <a:off x="919423" y="1316632"/>
            <a:ext cx="7670801" cy="633813"/>
          </a:xfrm>
          <a:prstGeom prst="roundRect">
            <a:avLst>
              <a:gd name="adj" fmla="val 50000"/>
            </a:avLst>
          </a:prstGeom>
          <a:solidFill>
            <a:schemeClr val="accent1"/>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CA" sz="1600" b="1" i="0" u="none" strike="noStrike" kern="1200" cap="none" spc="0" normalizeH="0" baseline="0" noProof="0">
              <a:ln>
                <a:noFill/>
              </a:ln>
              <a:solidFill>
                <a:prstClr val="white"/>
              </a:solidFill>
              <a:effectLst/>
              <a:uLnTx/>
              <a:uFillTx/>
              <a:latin typeface="Segoe UI"/>
              <a:ea typeface="+mn-ea"/>
              <a:cs typeface="+mn-cs"/>
            </a:endParaRPr>
          </a:p>
        </p:txBody>
      </p:sp>
      <p:sp>
        <p:nvSpPr>
          <p:cNvPr id="8" name="Oval 7">
            <a:extLst>
              <a:ext uri="{FF2B5EF4-FFF2-40B4-BE49-F238E27FC236}">
                <a16:creationId xmlns:a16="http://schemas.microsoft.com/office/drawing/2014/main" id="{94E35786-B0EB-C5A5-D6DA-E8FAFBA13B73}"/>
              </a:ext>
            </a:extLst>
          </p:cNvPr>
          <p:cNvSpPr/>
          <p:nvPr/>
        </p:nvSpPr>
        <p:spPr>
          <a:xfrm>
            <a:off x="1060102" y="1449032"/>
            <a:ext cx="369012" cy="369012"/>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3623"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9B40EA"/>
                </a:solidFill>
                <a:effectLst/>
                <a:uLnTx/>
                <a:uFillTx/>
                <a:latin typeface="Segoe UI"/>
                <a:ea typeface="+mn-ea"/>
                <a:cs typeface="Arial" panose="020B0604020202020204" pitchFamily="34" charset="0"/>
              </a:rPr>
              <a:t>1</a:t>
            </a:r>
          </a:p>
        </p:txBody>
      </p:sp>
      <p:sp>
        <p:nvSpPr>
          <p:cNvPr id="10" name="TextBox 9">
            <a:extLst>
              <a:ext uri="{FF2B5EF4-FFF2-40B4-BE49-F238E27FC236}">
                <a16:creationId xmlns:a16="http://schemas.microsoft.com/office/drawing/2014/main" id="{15396D28-4CFB-1BF8-CA76-747E961FD65F}"/>
              </a:ext>
            </a:extLst>
          </p:cNvPr>
          <p:cNvSpPr txBox="1"/>
          <p:nvPr/>
        </p:nvSpPr>
        <p:spPr>
          <a:xfrm>
            <a:off x="1606202" y="1464261"/>
            <a:ext cx="4829464" cy="338554"/>
          </a:xfrm>
          <a:prstGeom prst="rect">
            <a:avLst/>
          </a:prstGeom>
          <a:noFill/>
        </p:spPr>
        <p:txBody>
          <a:bodyPr wrap="none" rtlCol="0">
            <a:spAutoFit/>
          </a:bodyPr>
          <a:lstStyle/>
          <a:p>
            <a:pPr marL="0" marR="0" lvl="0" indent="0" algn="l" defTabSz="913623"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Segoe UI"/>
                <a:ea typeface="+mn-ea"/>
                <a:cs typeface="Arial" panose="020B0604020202020204" pitchFamily="34" charset="0"/>
              </a:rPr>
              <a:t>Walkthrough the engagement </a:t>
            </a:r>
            <a:r>
              <a:rPr kumimoji="0" lang="en-US" sz="1600" b="1" i="0" u="none" strike="noStrike" kern="1200" cap="none" spc="0" normalizeH="0" baseline="0" noProof="0" dirty="0">
                <a:ln>
                  <a:noFill/>
                </a:ln>
                <a:solidFill>
                  <a:prstClr val="white"/>
                </a:solidFill>
                <a:effectLst/>
                <a:uLnTx/>
                <a:uFillTx/>
                <a:latin typeface="Segoe UI"/>
                <a:ea typeface="+mn-ea"/>
                <a:cs typeface="Arial" panose="020B0604020202020204" pitchFamily="34" charset="0"/>
              </a:rPr>
              <a:t>scope</a:t>
            </a:r>
            <a:r>
              <a:rPr kumimoji="0" lang="en-US" sz="1600" b="0" i="0" u="none" strike="noStrike" kern="1200" cap="none" spc="0" normalizeH="0" baseline="0" noProof="0" dirty="0">
                <a:ln>
                  <a:noFill/>
                </a:ln>
                <a:solidFill>
                  <a:prstClr val="white"/>
                </a:solidFill>
                <a:effectLst/>
                <a:uLnTx/>
                <a:uFillTx/>
                <a:latin typeface="Segoe UI"/>
                <a:ea typeface="+mn-ea"/>
                <a:cs typeface="Arial" panose="020B0604020202020204" pitchFamily="34" charset="0"/>
              </a:rPr>
              <a:t> and </a:t>
            </a:r>
            <a:r>
              <a:rPr kumimoji="0" lang="en-US" sz="1600" b="1" i="0" u="none" strike="noStrike" kern="1200" cap="none" spc="0" normalizeH="0" baseline="0" noProof="0" dirty="0">
                <a:ln>
                  <a:noFill/>
                </a:ln>
                <a:solidFill>
                  <a:prstClr val="white"/>
                </a:solidFill>
                <a:effectLst/>
                <a:uLnTx/>
                <a:uFillTx/>
                <a:latin typeface="Segoe UI"/>
                <a:ea typeface="+mn-ea"/>
                <a:cs typeface="Arial" panose="020B0604020202020204" pitchFamily="34" charset="0"/>
              </a:rPr>
              <a:t>timelines</a:t>
            </a:r>
          </a:p>
        </p:txBody>
      </p:sp>
      <p:sp>
        <p:nvSpPr>
          <p:cNvPr id="59" name="Rectangle: Rounded Corners 58">
            <a:extLst>
              <a:ext uri="{FF2B5EF4-FFF2-40B4-BE49-F238E27FC236}">
                <a16:creationId xmlns:a16="http://schemas.microsoft.com/office/drawing/2014/main" id="{2138F5E4-9A1E-6EB0-28B8-8C295E5F1C88}"/>
              </a:ext>
            </a:extLst>
          </p:cNvPr>
          <p:cNvSpPr/>
          <p:nvPr/>
        </p:nvSpPr>
        <p:spPr bwMode="gray">
          <a:xfrm>
            <a:off x="919423" y="2142630"/>
            <a:ext cx="7670801" cy="633813"/>
          </a:xfrm>
          <a:prstGeom prst="roundRect">
            <a:avLst>
              <a:gd name="adj" fmla="val 50000"/>
            </a:avLst>
          </a:prstGeom>
          <a:solidFill>
            <a:schemeClr val="accent1"/>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CA" sz="1600" b="1" i="0" u="none" strike="noStrike" kern="1200" cap="none" spc="0" normalizeH="0" baseline="0" noProof="0">
              <a:ln>
                <a:noFill/>
              </a:ln>
              <a:solidFill>
                <a:prstClr val="white"/>
              </a:solidFill>
              <a:effectLst/>
              <a:uLnTx/>
              <a:uFillTx/>
              <a:latin typeface="Segoe UI"/>
              <a:ea typeface="+mn-ea"/>
              <a:cs typeface="+mn-cs"/>
            </a:endParaRPr>
          </a:p>
        </p:txBody>
      </p:sp>
      <p:sp>
        <p:nvSpPr>
          <p:cNvPr id="12" name="Oval 11">
            <a:extLst>
              <a:ext uri="{FF2B5EF4-FFF2-40B4-BE49-F238E27FC236}">
                <a16:creationId xmlns:a16="http://schemas.microsoft.com/office/drawing/2014/main" id="{492EC824-13AA-697F-0250-D8DEAF202358}"/>
              </a:ext>
            </a:extLst>
          </p:cNvPr>
          <p:cNvSpPr/>
          <p:nvPr/>
        </p:nvSpPr>
        <p:spPr>
          <a:xfrm>
            <a:off x="1060102" y="2275030"/>
            <a:ext cx="369012" cy="369012"/>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3623"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9B40EA"/>
                </a:solidFill>
                <a:effectLst/>
                <a:uLnTx/>
                <a:uFillTx/>
                <a:latin typeface="Segoe UI"/>
                <a:ea typeface="+mn-ea"/>
                <a:cs typeface="Arial" panose="020B0604020202020204" pitchFamily="34" charset="0"/>
              </a:rPr>
              <a:t>2</a:t>
            </a:r>
          </a:p>
        </p:txBody>
      </p:sp>
      <p:sp>
        <p:nvSpPr>
          <p:cNvPr id="13" name="TextBox 12">
            <a:extLst>
              <a:ext uri="{FF2B5EF4-FFF2-40B4-BE49-F238E27FC236}">
                <a16:creationId xmlns:a16="http://schemas.microsoft.com/office/drawing/2014/main" id="{12D1AA6C-CCFA-14F3-558D-7ECCE88C5E01}"/>
              </a:ext>
            </a:extLst>
          </p:cNvPr>
          <p:cNvSpPr txBox="1"/>
          <p:nvPr/>
        </p:nvSpPr>
        <p:spPr>
          <a:xfrm>
            <a:off x="1606202" y="2290259"/>
            <a:ext cx="7446247" cy="338554"/>
          </a:xfrm>
          <a:prstGeom prst="rect">
            <a:avLst/>
          </a:prstGeom>
          <a:noFill/>
        </p:spPr>
        <p:txBody>
          <a:bodyPr wrap="square" rtlCol="0">
            <a:spAutoFit/>
          </a:bodyPr>
          <a:lstStyle/>
          <a:p>
            <a:pPr marL="0" marR="0" lvl="0" indent="0" algn="l" defTabSz="913623"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Segoe UI"/>
                <a:ea typeface="+mn-ea"/>
                <a:cs typeface="Arial" panose="020B0604020202020204" pitchFamily="34" charset="0"/>
              </a:rPr>
              <a:t>Review </a:t>
            </a:r>
            <a:r>
              <a:rPr kumimoji="0" lang="en-US" sz="1600" b="1" i="0" u="none" strike="noStrike" kern="1200" cap="none" spc="0" normalizeH="0" baseline="0" noProof="0">
                <a:ln>
                  <a:noFill/>
                </a:ln>
                <a:solidFill>
                  <a:prstClr val="white"/>
                </a:solidFill>
                <a:effectLst/>
                <a:uLnTx/>
                <a:uFillTx/>
                <a:latin typeface="Segoe UI"/>
                <a:ea typeface="+mn-ea"/>
                <a:cs typeface="Arial" panose="020B0604020202020204" pitchFamily="34" charset="0"/>
              </a:rPr>
              <a:t>required documentation </a:t>
            </a:r>
            <a:r>
              <a:rPr kumimoji="0" lang="en-US" sz="1600" b="0" i="0" u="none" strike="noStrike" kern="1200" cap="none" spc="0" normalizeH="0" baseline="0" noProof="0">
                <a:ln>
                  <a:noFill/>
                </a:ln>
                <a:solidFill>
                  <a:prstClr val="white"/>
                </a:solidFill>
                <a:effectLst/>
                <a:uLnTx/>
                <a:uFillTx/>
                <a:latin typeface="Segoe UI"/>
                <a:ea typeface="+mn-ea"/>
                <a:cs typeface="Arial" panose="020B0604020202020204" pitchFamily="34" charset="0"/>
              </a:rPr>
              <a:t>and key artifacts</a:t>
            </a:r>
          </a:p>
        </p:txBody>
      </p:sp>
      <p:sp>
        <p:nvSpPr>
          <p:cNvPr id="63" name="Rectangle: Rounded Corners 62">
            <a:extLst>
              <a:ext uri="{FF2B5EF4-FFF2-40B4-BE49-F238E27FC236}">
                <a16:creationId xmlns:a16="http://schemas.microsoft.com/office/drawing/2014/main" id="{8EB82E34-586D-8A43-5E38-830F5B6A29B8}"/>
              </a:ext>
            </a:extLst>
          </p:cNvPr>
          <p:cNvSpPr/>
          <p:nvPr/>
        </p:nvSpPr>
        <p:spPr bwMode="gray">
          <a:xfrm>
            <a:off x="919423" y="3794626"/>
            <a:ext cx="7670801" cy="633813"/>
          </a:xfrm>
          <a:prstGeom prst="roundRect">
            <a:avLst>
              <a:gd name="adj" fmla="val 50000"/>
            </a:avLst>
          </a:prstGeom>
          <a:solidFill>
            <a:schemeClr val="accent1"/>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CA" sz="1600" b="1" i="0" u="none" strike="noStrike" kern="1200" cap="none" spc="0" normalizeH="0" baseline="0" noProof="0">
              <a:ln>
                <a:noFill/>
              </a:ln>
              <a:solidFill>
                <a:prstClr val="white"/>
              </a:solidFill>
              <a:effectLst/>
              <a:uLnTx/>
              <a:uFillTx/>
              <a:latin typeface="Segoe UI"/>
              <a:ea typeface="+mn-ea"/>
              <a:cs typeface="+mn-cs"/>
            </a:endParaRPr>
          </a:p>
        </p:txBody>
      </p:sp>
      <p:sp>
        <p:nvSpPr>
          <p:cNvPr id="21" name="Oval 20">
            <a:extLst>
              <a:ext uri="{FF2B5EF4-FFF2-40B4-BE49-F238E27FC236}">
                <a16:creationId xmlns:a16="http://schemas.microsoft.com/office/drawing/2014/main" id="{126C6054-836F-2326-7497-74BBFFE436E8}"/>
              </a:ext>
            </a:extLst>
          </p:cNvPr>
          <p:cNvSpPr/>
          <p:nvPr/>
        </p:nvSpPr>
        <p:spPr>
          <a:xfrm>
            <a:off x="1060102" y="3927026"/>
            <a:ext cx="369012" cy="369012"/>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3623"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9B40EA"/>
                </a:solidFill>
                <a:effectLst/>
                <a:uLnTx/>
                <a:uFillTx/>
                <a:latin typeface="Segoe UI"/>
                <a:ea typeface="+mn-ea"/>
                <a:cs typeface="Arial" panose="020B0604020202020204" pitchFamily="34" charset="0"/>
              </a:rPr>
              <a:t>4</a:t>
            </a:r>
          </a:p>
        </p:txBody>
      </p:sp>
      <p:sp>
        <p:nvSpPr>
          <p:cNvPr id="22" name="TextBox 21">
            <a:extLst>
              <a:ext uri="{FF2B5EF4-FFF2-40B4-BE49-F238E27FC236}">
                <a16:creationId xmlns:a16="http://schemas.microsoft.com/office/drawing/2014/main" id="{0A4763CB-56C8-860C-FB02-C4E176868896}"/>
              </a:ext>
            </a:extLst>
          </p:cNvPr>
          <p:cNvSpPr txBox="1"/>
          <p:nvPr/>
        </p:nvSpPr>
        <p:spPr>
          <a:xfrm>
            <a:off x="1606202" y="3942255"/>
            <a:ext cx="7446247" cy="338554"/>
          </a:xfrm>
          <a:prstGeom prst="rect">
            <a:avLst/>
          </a:prstGeom>
          <a:noFill/>
        </p:spPr>
        <p:txBody>
          <a:bodyPr wrap="square" rtlCol="0">
            <a:spAutoFit/>
          </a:bodyPr>
          <a:lstStyle/>
          <a:p>
            <a:pPr marL="0" marR="0" lvl="0" indent="0" algn="l" defTabSz="913623"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Segoe UI"/>
                <a:ea typeface="+mn-ea"/>
                <a:cs typeface="Arial" panose="020B0604020202020204" pitchFamily="34" charset="0"/>
              </a:rPr>
              <a:t>Schedule </a:t>
            </a:r>
            <a:r>
              <a:rPr kumimoji="0" lang="en-US" sz="1600" b="1" i="0" u="none" strike="noStrike" kern="1200" cap="none" spc="0" normalizeH="0" baseline="0" noProof="0" dirty="0">
                <a:ln>
                  <a:noFill/>
                </a:ln>
                <a:solidFill>
                  <a:prstClr val="white"/>
                </a:solidFill>
                <a:effectLst/>
                <a:uLnTx/>
                <a:uFillTx/>
                <a:latin typeface="Segoe UI"/>
                <a:ea typeface="+mn-ea"/>
                <a:cs typeface="Arial" panose="020B0604020202020204" pitchFamily="34" charset="0"/>
              </a:rPr>
              <a:t>recurring project touchpoints</a:t>
            </a:r>
            <a:r>
              <a:rPr kumimoji="0" lang="en-US" sz="1600" b="0" i="0" u="none" strike="noStrike" kern="1200" cap="none" spc="0" normalizeH="0" baseline="0" noProof="0" dirty="0">
                <a:ln>
                  <a:noFill/>
                </a:ln>
                <a:solidFill>
                  <a:prstClr val="white"/>
                </a:solidFill>
                <a:effectLst/>
                <a:uLnTx/>
                <a:uFillTx/>
                <a:latin typeface="Segoe UI"/>
                <a:ea typeface="+mn-ea"/>
                <a:cs typeface="Arial" panose="020B0604020202020204" pitchFamily="34" charset="0"/>
              </a:rPr>
              <a:t> and meeting cadence</a:t>
            </a:r>
          </a:p>
        </p:txBody>
      </p:sp>
      <p:sp>
        <p:nvSpPr>
          <p:cNvPr id="27" name="Oval 26">
            <a:extLst>
              <a:ext uri="{FF2B5EF4-FFF2-40B4-BE49-F238E27FC236}">
                <a16:creationId xmlns:a16="http://schemas.microsoft.com/office/drawing/2014/main" id="{535FF339-0FCD-70D2-96B2-098AE4706255}"/>
              </a:ext>
            </a:extLst>
          </p:cNvPr>
          <p:cNvSpPr/>
          <p:nvPr/>
        </p:nvSpPr>
        <p:spPr>
          <a:xfrm>
            <a:off x="1060102" y="4753024"/>
            <a:ext cx="369012" cy="369012"/>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3623"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9B40EA"/>
                </a:solidFill>
                <a:effectLst/>
                <a:uLnTx/>
                <a:uFillTx/>
                <a:latin typeface="Segoe UI"/>
                <a:ea typeface="+mn-ea"/>
                <a:cs typeface="Arial" panose="020B0604020202020204" pitchFamily="34" charset="0"/>
              </a:rPr>
              <a:t>5</a:t>
            </a:r>
          </a:p>
        </p:txBody>
      </p:sp>
      <p:sp>
        <p:nvSpPr>
          <p:cNvPr id="29" name="TextBox 28">
            <a:extLst>
              <a:ext uri="{FF2B5EF4-FFF2-40B4-BE49-F238E27FC236}">
                <a16:creationId xmlns:a16="http://schemas.microsoft.com/office/drawing/2014/main" id="{2B2307A4-9F4A-A131-0141-F31B5106049E}"/>
              </a:ext>
            </a:extLst>
          </p:cNvPr>
          <p:cNvSpPr txBox="1"/>
          <p:nvPr/>
        </p:nvSpPr>
        <p:spPr>
          <a:xfrm>
            <a:off x="1606202" y="4768253"/>
            <a:ext cx="7446247" cy="338554"/>
          </a:xfrm>
          <a:prstGeom prst="rect">
            <a:avLst/>
          </a:prstGeom>
          <a:noFill/>
        </p:spPr>
        <p:txBody>
          <a:bodyPr wrap="square" rtlCol="0">
            <a:spAutoFit/>
          </a:bodyPr>
          <a:lstStyle/>
          <a:p>
            <a:pPr marL="0" marR="0" lvl="0" indent="0" algn="l" defTabSz="913623"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Segoe UI"/>
                <a:ea typeface="+mn-ea"/>
                <a:cs typeface="Arial" panose="020B0604020202020204" pitchFamily="34" charset="0"/>
              </a:rPr>
              <a:t>Complete Deloitte’s access r</a:t>
            </a:r>
            <a:r>
              <a:rPr kumimoji="0" lang="en-US" sz="1600" b="1" i="0" u="none" strike="noStrike" kern="1200" cap="none" spc="0" normalizeH="0" baseline="0" noProof="0" dirty="0" err="1">
                <a:ln>
                  <a:noFill/>
                </a:ln>
                <a:solidFill>
                  <a:prstClr val="white"/>
                </a:solidFill>
                <a:effectLst/>
                <a:uLnTx/>
                <a:uFillTx/>
                <a:latin typeface="Segoe UI"/>
                <a:ea typeface="+mn-ea"/>
                <a:cs typeface="Arial" panose="020B0604020202020204" pitchFamily="34" charset="0"/>
              </a:rPr>
              <a:t>equest</a:t>
            </a:r>
            <a:r>
              <a:rPr kumimoji="0" lang="en-US" sz="1600" b="1" i="0" u="none" strike="noStrike" kern="1200" cap="none" spc="0" normalizeH="0" baseline="0" noProof="0" dirty="0">
                <a:ln>
                  <a:noFill/>
                </a:ln>
                <a:solidFill>
                  <a:prstClr val="white"/>
                </a:solidFill>
                <a:effectLst/>
                <a:uLnTx/>
                <a:uFillTx/>
                <a:latin typeface="Segoe UI"/>
                <a:ea typeface="+mn-ea"/>
                <a:cs typeface="Arial" panose="020B0604020202020204" pitchFamily="34" charset="0"/>
              </a:rPr>
              <a:t>  </a:t>
            </a:r>
            <a:r>
              <a:rPr kumimoji="0" lang="en-US" sz="1600" b="0" i="0" u="none" strike="noStrike" kern="1200" cap="none" spc="0" normalizeH="0" baseline="0" noProof="0" dirty="0">
                <a:ln>
                  <a:noFill/>
                </a:ln>
                <a:solidFill>
                  <a:prstClr val="white"/>
                </a:solidFill>
                <a:effectLst/>
                <a:uLnTx/>
                <a:uFillTx/>
                <a:latin typeface="Segoe UI"/>
                <a:ea typeface="+mn-ea"/>
                <a:cs typeface="Arial" panose="020B0604020202020204" pitchFamily="34" charset="0"/>
              </a:rPr>
              <a:t>(SharePoint, Confluence, Teams)</a:t>
            </a:r>
          </a:p>
        </p:txBody>
      </p:sp>
      <p:sp>
        <p:nvSpPr>
          <p:cNvPr id="36" name="Oval 35">
            <a:extLst>
              <a:ext uri="{FF2B5EF4-FFF2-40B4-BE49-F238E27FC236}">
                <a16:creationId xmlns:a16="http://schemas.microsoft.com/office/drawing/2014/main" id="{72EB5353-1A78-0DED-B381-E39BCADBA1D8}"/>
              </a:ext>
            </a:extLst>
          </p:cNvPr>
          <p:cNvSpPr/>
          <p:nvPr/>
        </p:nvSpPr>
        <p:spPr>
          <a:xfrm>
            <a:off x="1060102" y="5579023"/>
            <a:ext cx="369012" cy="369012"/>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3623"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9B40EA"/>
                </a:solidFill>
                <a:effectLst/>
                <a:uLnTx/>
                <a:uFillTx/>
                <a:latin typeface="Segoe UI"/>
                <a:ea typeface="+mn-ea"/>
                <a:cs typeface="Arial" panose="020B0604020202020204" pitchFamily="34" charset="0"/>
              </a:rPr>
              <a:t>6</a:t>
            </a:r>
          </a:p>
        </p:txBody>
      </p:sp>
      <p:sp>
        <p:nvSpPr>
          <p:cNvPr id="40" name="TextBox 39">
            <a:extLst>
              <a:ext uri="{FF2B5EF4-FFF2-40B4-BE49-F238E27FC236}">
                <a16:creationId xmlns:a16="http://schemas.microsoft.com/office/drawing/2014/main" id="{5787B5B3-0F2D-B589-26D2-CF9188556109}"/>
              </a:ext>
            </a:extLst>
          </p:cNvPr>
          <p:cNvSpPr txBox="1"/>
          <p:nvPr/>
        </p:nvSpPr>
        <p:spPr>
          <a:xfrm>
            <a:off x="1606202" y="5594252"/>
            <a:ext cx="7446247" cy="338554"/>
          </a:xfrm>
          <a:prstGeom prst="rect">
            <a:avLst/>
          </a:prstGeom>
          <a:noFill/>
        </p:spPr>
        <p:txBody>
          <a:bodyPr wrap="square" rtlCol="0">
            <a:spAutoFit/>
          </a:bodyPr>
          <a:lstStyle/>
          <a:p>
            <a:pPr marL="0" marR="0" lvl="0" indent="0" algn="l" defTabSz="913623"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Segoe UI"/>
                <a:ea typeface="+mn-ea"/>
                <a:cs typeface="Arial" panose="020B0604020202020204" pitchFamily="34" charset="0"/>
              </a:rPr>
              <a:t>Confirm contracting and </a:t>
            </a:r>
            <a:r>
              <a:rPr kumimoji="0" lang="en-US" sz="1600" b="1" i="0" u="none" strike="noStrike" kern="1200" cap="none" spc="0" normalizeH="0" baseline="0" noProof="0" dirty="0">
                <a:ln>
                  <a:noFill/>
                </a:ln>
                <a:solidFill>
                  <a:prstClr val="white"/>
                </a:solidFill>
                <a:effectLst/>
                <a:uLnTx/>
                <a:uFillTx/>
                <a:latin typeface="Segoe UI"/>
                <a:ea typeface="+mn-ea"/>
                <a:cs typeface="Arial" panose="020B0604020202020204" pitchFamily="34" charset="0"/>
              </a:rPr>
              <a:t>engagement letter execution</a:t>
            </a:r>
          </a:p>
        </p:txBody>
      </p:sp>
      <p:sp>
        <p:nvSpPr>
          <p:cNvPr id="61" name="Rectangle: Rounded Corners 60">
            <a:extLst>
              <a:ext uri="{FF2B5EF4-FFF2-40B4-BE49-F238E27FC236}">
                <a16:creationId xmlns:a16="http://schemas.microsoft.com/office/drawing/2014/main" id="{5EB22944-2CBB-399E-931B-B9563B12B166}"/>
              </a:ext>
            </a:extLst>
          </p:cNvPr>
          <p:cNvSpPr/>
          <p:nvPr/>
        </p:nvSpPr>
        <p:spPr bwMode="gray">
          <a:xfrm>
            <a:off x="919423" y="2968628"/>
            <a:ext cx="7670801" cy="633813"/>
          </a:xfrm>
          <a:prstGeom prst="roundRect">
            <a:avLst>
              <a:gd name="adj" fmla="val 50000"/>
            </a:avLst>
          </a:prstGeom>
          <a:solidFill>
            <a:schemeClr val="accent1"/>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CA" sz="1600" b="1" i="0" u="none" strike="noStrike" kern="1200" cap="none" spc="0" normalizeH="0" baseline="0" noProof="0">
              <a:ln>
                <a:noFill/>
              </a:ln>
              <a:solidFill>
                <a:prstClr val="white"/>
              </a:solidFill>
              <a:effectLst/>
              <a:uLnTx/>
              <a:uFillTx/>
              <a:latin typeface="Segoe UI"/>
              <a:ea typeface="+mn-ea"/>
              <a:cs typeface="+mn-cs"/>
            </a:endParaRPr>
          </a:p>
        </p:txBody>
      </p:sp>
      <p:sp>
        <p:nvSpPr>
          <p:cNvPr id="16" name="Oval 15">
            <a:extLst>
              <a:ext uri="{FF2B5EF4-FFF2-40B4-BE49-F238E27FC236}">
                <a16:creationId xmlns:a16="http://schemas.microsoft.com/office/drawing/2014/main" id="{460D6D31-CC0D-7EF8-706A-4A6A3680C906}"/>
              </a:ext>
            </a:extLst>
          </p:cNvPr>
          <p:cNvSpPr/>
          <p:nvPr/>
        </p:nvSpPr>
        <p:spPr>
          <a:xfrm>
            <a:off x="1060102" y="3101028"/>
            <a:ext cx="369012" cy="369012"/>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3623"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9B40EA"/>
                </a:solidFill>
                <a:effectLst/>
                <a:uLnTx/>
                <a:uFillTx/>
                <a:latin typeface="Segoe UI"/>
                <a:ea typeface="+mn-ea"/>
                <a:cs typeface="Arial" panose="020B0604020202020204" pitchFamily="34" charset="0"/>
              </a:rPr>
              <a:t>3</a:t>
            </a:r>
          </a:p>
        </p:txBody>
      </p:sp>
      <p:sp>
        <p:nvSpPr>
          <p:cNvPr id="17" name="TextBox 16">
            <a:extLst>
              <a:ext uri="{FF2B5EF4-FFF2-40B4-BE49-F238E27FC236}">
                <a16:creationId xmlns:a16="http://schemas.microsoft.com/office/drawing/2014/main" id="{86CFFA45-001B-95E7-3D12-246760C7089C}"/>
              </a:ext>
            </a:extLst>
          </p:cNvPr>
          <p:cNvSpPr txBox="1"/>
          <p:nvPr/>
        </p:nvSpPr>
        <p:spPr>
          <a:xfrm>
            <a:off x="1606202" y="3116257"/>
            <a:ext cx="7446247" cy="338554"/>
          </a:xfrm>
          <a:prstGeom prst="rect">
            <a:avLst/>
          </a:prstGeom>
          <a:noFill/>
        </p:spPr>
        <p:txBody>
          <a:bodyPr wrap="square" rtlCol="0">
            <a:spAutoFit/>
          </a:bodyPr>
          <a:lstStyle/>
          <a:p>
            <a:pPr marL="0" marR="0" lvl="0" indent="0" algn="l" defTabSz="913623"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Segoe UI"/>
                <a:ea typeface="+mn-ea"/>
                <a:cs typeface="Arial" panose="020B0604020202020204" pitchFamily="34" charset="0"/>
              </a:rPr>
              <a:t>Confirm stakeholder involvement and </a:t>
            </a:r>
            <a:r>
              <a:rPr kumimoji="0" lang="en-US" sz="1600" b="1" i="0" u="none" strike="noStrike" kern="1200" cap="none" spc="0" normalizeH="0" baseline="0" noProof="0">
                <a:ln>
                  <a:noFill/>
                </a:ln>
                <a:solidFill>
                  <a:prstClr val="white"/>
                </a:solidFill>
                <a:effectLst/>
                <a:uLnTx/>
                <a:uFillTx/>
                <a:latin typeface="Segoe UI"/>
                <a:ea typeface="+mn-ea"/>
                <a:cs typeface="Arial" panose="020B0604020202020204" pitchFamily="34" charset="0"/>
              </a:rPr>
              <a:t>day-to-day points of contact</a:t>
            </a:r>
          </a:p>
        </p:txBody>
      </p:sp>
      <p:sp>
        <p:nvSpPr>
          <p:cNvPr id="2" name="TextBox 1">
            <a:extLst>
              <a:ext uri="{FF2B5EF4-FFF2-40B4-BE49-F238E27FC236}">
                <a16:creationId xmlns:a16="http://schemas.microsoft.com/office/drawing/2014/main" id="{3E5D32CD-88C7-0C9D-3D7E-57436873A93C}"/>
              </a:ext>
            </a:extLst>
          </p:cNvPr>
          <p:cNvSpPr txBox="1"/>
          <p:nvPr/>
        </p:nvSpPr>
        <p:spPr>
          <a:xfrm>
            <a:off x="8726020" y="1487344"/>
            <a:ext cx="2588842" cy="292388"/>
          </a:xfrm>
          <a:prstGeom prst="rect">
            <a:avLst/>
          </a:prstGeom>
          <a:noFill/>
        </p:spPr>
        <p:txBody>
          <a:bodyPr wrap="square" rtlCol="0">
            <a:spAutoFit/>
          </a:bodyPr>
          <a:lstStyle/>
          <a:p>
            <a:pPr marL="285750" marR="0" lvl="0" indent="-285750" algn="l" defTabSz="913623"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sz="1300" b="1" i="0" u="none" strike="noStrike" kern="1200" cap="none" spc="0" normalizeH="0" baseline="0" noProof="0" dirty="0">
                <a:ln>
                  <a:noFill/>
                </a:ln>
                <a:solidFill>
                  <a:srgbClr val="009A44"/>
                </a:solidFill>
                <a:effectLst/>
                <a:uLnTx/>
                <a:uFillTx/>
                <a:latin typeface="Segoe UI"/>
                <a:ea typeface="+mn-ea"/>
                <a:cs typeface="Arial" panose="020B0604020202020204" pitchFamily="34" charset="0"/>
              </a:rPr>
              <a:t>Complete</a:t>
            </a:r>
          </a:p>
        </p:txBody>
      </p:sp>
      <p:sp>
        <p:nvSpPr>
          <p:cNvPr id="3" name="TextBox 2">
            <a:extLst>
              <a:ext uri="{FF2B5EF4-FFF2-40B4-BE49-F238E27FC236}">
                <a16:creationId xmlns:a16="http://schemas.microsoft.com/office/drawing/2014/main" id="{7675DAAC-00D8-F68C-23AB-DC33ADB11F48}"/>
              </a:ext>
            </a:extLst>
          </p:cNvPr>
          <p:cNvSpPr txBox="1"/>
          <p:nvPr/>
        </p:nvSpPr>
        <p:spPr>
          <a:xfrm>
            <a:off x="8726020" y="2313342"/>
            <a:ext cx="2588842" cy="292388"/>
          </a:xfrm>
          <a:prstGeom prst="rect">
            <a:avLst/>
          </a:prstGeom>
          <a:noFill/>
        </p:spPr>
        <p:txBody>
          <a:bodyPr wrap="square" rtlCol="0">
            <a:spAutoFit/>
          </a:bodyPr>
          <a:lstStyle/>
          <a:p>
            <a:pPr marL="285750" marR="0" lvl="0" indent="-285750" algn="l" defTabSz="913623"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sz="1300" b="1" i="0" u="none" strike="noStrike" kern="1200" cap="none" spc="0" normalizeH="0" baseline="0" noProof="0" dirty="0">
                <a:ln>
                  <a:noFill/>
                </a:ln>
                <a:solidFill>
                  <a:srgbClr val="009A44"/>
                </a:solidFill>
                <a:effectLst/>
                <a:uLnTx/>
                <a:uFillTx/>
                <a:latin typeface="Segoe UI"/>
                <a:ea typeface="+mn-ea"/>
                <a:cs typeface="Arial" panose="020B0604020202020204" pitchFamily="34" charset="0"/>
              </a:rPr>
              <a:t>Complete</a:t>
            </a:r>
          </a:p>
        </p:txBody>
      </p:sp>
      <p:sp>
        <p:nvSpPr>
          <p:cNvPr id="4" name="TextBox 3">
            <a:extLst>
              <a:ext uri="{FF2B5EF4-FFF2-40B4-BE49-F238E27FC236}">
                <a16:creationId xmlns:a16="http://schemas.microsoft.com/office/drawing/2014/main" id="{F9D33370-57B0-587A-3688-BE1DA5648A53}"/>
              </a:ext>
            </a:extLst>
          </p:cNvPr>
          <p:cNvSpPr txBox="1"/>
          <p:nvPr/>
        </p:nvSpPr>
        <p:spPr>
          <a:xfrm>
            <a:off x="8726020" y="3139340"/>
            <a:ext cx="2588842" cy="292388"/>
          </a:xfrm>
          <a:prstGeom prst="rect">
            <a:avLst/>
          </a:prstGeom>
          <a:noFill/>
        </p:spPr>
        <p:txBody>
          <a:bodyPr wrap="square" rtlCol="0">
            <a:spAutoFit/>
          </a:bodyPr>
          <a:lstStyle/>
          <a:p>
            <a:pPr marL="285750" marR="0" lvl="0" indent="-285750" algn="l" defTabSz="913623"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sz="1300" b="1" i="0" u="none" strike="noStrike" kern="1200" cap="none" spc="0" normalizeH="0" baseline="0" noProof="0" dirty="0">
                <a:ln>
                  <a:noFill/>
                </a:ln>
                <a:solidFill>
                  <a:srgbClr val="009A44"/>
                </a:solidFill>
                <a:effectLst/>
                <a:uLnTx/>
                <a:uFillTx/>
                <a:latin typeface="Segoe UI"/>
                <a:ea typeface="+mn-ea"/>
                <a:cs typeface="Arial" panose="020B0604020202020204" pitchFamily="34" charset="0"/>
              </a:rPr>
              <a:t>Complete</a:t>
            </a:r>
          </a:p>
        </p:txBody>
      </p:sp>
      <p:sp>
        <p:nvSpPr>
          <p:cNvPr id="5" name="TextBox 4">
            <a:extLst>
              <a:ext uri="{FF2B5EF4-FFF2-40B4-BE49-F238E27FC236}">
                <a16:creationId xmlns:a16="http://schemas.microsoft.com/office/drawing/2014/main" id="{E06AEFA1-BF53-90B6-2817-5C1F5466C791}"/>
              </a:ext>
            </a:extLst>
          </p:cNvPr>
          <p:cNvSpPr txBox="1"/>
          <p:nvPr/>
        </p:nvSpPr>
        <p:spPr>
          <a:xfrm>
            <a:off x="8726020" y="3965338"/>
            <a:ext cx="2588842" cy="292388"/>
          </a:xfrm>
          <a:prstGeom prst="rect">
            <a:avLst/>
          </a:prstGeom>
          <a:noFill/>
        </p:spPr>
        <p:txBody>
          <a:bodyPr wrap="square" rtlCol="0">
            <a:spAutoFit/>
          </a:bodyPr>
          <a:lstStyle/>
          <a:p>
            <a:pPr marL="285750" marR="0" lvl="0" indent="-285750" algn="l" defTabSz="913623"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300" b="1" i="0" u="none" strike="noStrike" kern="1200" cap="none" spc="0" normalizeH="0" baseline="0" noProof="0" dirty="0">
                <a:ln>
                  <a:noFill/>
                </a:ln>
                <a:solidFill>
                  <a:srgbClr val="ED8B00"/>
                </a:solidFill>
                <a:effectLst/>
                <a:uLnTx/>
                <a:uFillTx/>
                <a:latin typeface="Segoe UI"/>
                <a:ea typeface="+mn-ea"/>
                <a:cs typeface="Arial" panose="020B0604020202020204" pitchFamily="34" charset="0"/>
              </a:rPr>
              <a:t>Deloitte to Schedule By?</a:t>
            </a:r>
          </a:p>
        </p:txBody>
      </p:sp>
      <p:sp>
        <p:nvSpPr>
          <p:cNvPr id="6" name="TextBox 5">
            <a:extLst>
              <a:ext uri="{FF2B5EF4-FFF2-40B4-BE49-F238E27FC236}">
                <a16:creationId xmlns:a16="http://schemas.microsoft.com/office/drawing/2014/main" id="{D121E1AE-DFB1-9F99-0075-5F13CA320DBB}"/>
              </a:ext>
            </a:extLst>
          </p:cNvPr>
          <p:cNvSpPr txBox="1"/>
          <p:nvPr/>
        </p:nvSpPr>
        <p:spPr>
          <a:xfrm>
            <a:off x="8726020" y="4692156"/>
            <a:ext cx="2749198" cy="692497"/>
          </a:xfrm>
          <a:prstGeom prst="rect">
            <a:avLst/>
          </a:prstGeom>
          <a:noFill/>
        </p:spPr>
        <p:txBody>
          <a:bodyPr wrap="square" rtlCol="0">
            <a:spAutoFit/>
          </a:bodyPr>
          <a:lstStyle/>
          <a:p>
            <a:pPr marL="285750" marR="0" lvl="0" indent="-285750" algn="l" defTabSz="913623"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300" b="1" i="0" u="none" strike="noStrike" kern="1200" cap="none" spc="0" normalizeH="0" baseline="0" noProof="0" dirty="0">
                <a:ln>
                  <a:noFill/>
                </a:ln>
                <a:solidFill>
                  <a:srgbClr val="ED8B00"/>
                </a:solidFill>
                <a:effectLst/>
                <a:uLnTx/>
                <a:uFillTx/>
                <a:latin typeface="Segoe UI"/>
                <a:ea typeface="+mn-ea"/>
                <a:cs typeface="Arial" panose="020B0604020202020204" pitchFamily="34" charset="0"/>
              </a:rPr>
              <a:t>Cynthia N. to complete the access request by EOD </a:t>
            </a:r>
            <a:r>
              <a:rPr kumimoji="0" lang="en-US" sz="1300" b="1" i="0" u="none" strike="noStrike" kern="1200" cap="none" spc="0" normalizeH="0" baseline="0" noProof="0" dirty="0" err="1">
                <a:ln>
                  <a:noFill/>
                </a:ln>
                <a:solidFill>
                  <a:srgbClr val="ED8B00"/>
                </a:solidFill>
                <a:effectLst/>
                <a:uLnTx/>
                <a:uFillTx/>
                <a:latin typeface="Segoe UI"/>
                <a:ea typeface="+mn-ea"/>
                <a:cs typeface="Arial" panose="020B0604020202020204" pitchFamily="34" charset="0"/>
              </a:rPr>
              <a:t>tmr</a:t>
            </a:r>
            <a:endParaRPr kumimoji="0" lang="en-US" sz="1300" b="1" i="0" u="none" strike="noStrike" kern="1200" cap="none" spc="0" normalizeH="0" baseline="0" noProof="0" dirty="0">
              <a:ln>
                <a:noFill/>
              </a:ln>
              <a:solidFill>
                <a:srgbClr val="ED8B00"/>
              </a:solidFill>
              <a:effectLst/>
              <a:uLnTx/>
              <a:uFillTx/>
              <a:latin typeface="Segoe UI"/>
              <a:ea typeface="+mn-ea"/>
              <a:cs typeface="Arial" panose="020B0604020202020204" pitchFamily="34" charset="0"/>
            </a:endParaRPr>
          </a:p>
          <a:p>
            <a:pPr marL="285750" marR="0" lvl="0" indent="-285750" algn="l" defTabSz="913623"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300" b="1" i="0" u="none" strike="noStrike" kern="1200" cap="none" spc="0" normalizeH="0" baseline="0" noProof="0" dirty="0">
                <a:ln>
                  <a:noFill/>
                </a:ln>
                <a:solidFill>
                  <a:srgbClr val="ED8B00"/>
                </a:solidFill>
                <a:effectLst/>
                <a:uLnTx/>
                <a:uFillTx/>
                <a:latin typeface="Segoe UI"/>
                <a:ea typeface="+mn-ea"/>
                <a:cs typeface="Arial" panose="020B0604020202020204" pitchFamily="34" charset="0"/>
              </a:rPr>
              <a:t>- </a:t>
            </a:r>
            <a:r>
              <a:rPr kumimoji="0" lang="en-US" sz="1300" b="1" i="0" u="none" strike="noStrike" kern="1200" cap="none" spc="0" normalizeH="0" baseline="0" noProof="0" dirty="0" err="1">
                <a:ln>
                  <a:noFill/>
                </a:ln>
                <a:solidFill>
                  <a:srgbClr val="ED8B00"/>
                </a:solidFill>
                <a:effectLst/>
                <a:uLnTx/>
                <a:uFillTx/>
                <a:latin typeface="Segoe UI"/>
                <a:ea typeface="+mn-ea"/>
                <a:cs typeface="Arial" panose="020B0604020202020204" pitchFamily="34" charset="0"/>
              </a:rPr>
              <a:t>jira</a:t>
            </a:r>
            <a:r>
              <a:rPr kumimoji="0" lang="en-US" sz="1300" b="1" i="0" u="none" strike="noStrike" kern="1200" cap="none" spc="0" normalizeH="0" baseline="0" noProof="0" dirty="0">
                <a:ln>
                  <a:noFill/>
                </a:ln>
                <a:solidFill>
                  <a:srgbClr val="ED8B00"/>
                </a:solidFill>
                <a:effectLst/>
                <a:uLnTx/>
                <a:uFillTx/>
                <a:latin typeface="Segoe UI"/>
                <a:ea typeface="+mn-ea"/>
                <a:cs typeface="Arial" panose="020B0604020202020204" pitchFamily="34" charset="0"/>
              </a:rPr>
              <a:t> access for open sounds</a:t>
            </a:r>
          </a:p>
        </p:txBody>
      </p:sp>
      <p:sp>
        <p:nvSpPr>
          <p:cNvPr id="7" name="TextBox 6">
            <a:extLst>
              <a:ext uri="{FF2B5EF4-FFF2-40B4-BE49-F238E27FC236}">
                <a16:creationId xmlns:a16="http://schemas.microsoft.com/office/drawing/2014/main" id="{51B9E919-037A-F4DC-9EB4-8AC7DF859C61}"/>
              </a:ext>
            </a:extLst>
          </p:cNvPr>
          <p:cNvSpPr txBox="1"/>
          <p:nvPr/>
        </p:nvSpPr>
        <p:spPr>
          <a:xfrm>
            <a:off x="8726020" y="5517308"/>
            <a:ext cx="2749198" cy="692497"/>
          </a:xfrm>
          <a:prstGeom prst="rect">
            <a:avLst/>
          </a:prstGeom>
          <a:noFill/>
        </p:spPr>
        <p:txBody>
          <a:bodyPr wrap="square" rtlCol="0">
            <a:spAutoFit/>
          </a:bodyPr>
          <a:lstStyle/>
          <a:p>
            <a:pPr marL="285750" marR="0" lvl="0" indent="-285750" algn="l" defTabSz="913623"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300" b="1" i="0" u="none" strike="noStrike" kern="1200" cap="none" spc="0" normalizeH="0" baseline="0" noProof="0" dirty="0">
                <a:ln>
                  <a:noFill/>
                </a:ln>
                <a:solidFill>
                  <a:srgbClr val="ED8B00"/>
                </a:solidFill>
                <a:effectLst/>
                <a:uLnTx/>
                <a:uFillTx/>
                <a:latin typeface="Segoe UI"/>
                <a:ea typeface="+mn-ea"/>
                <a:cs typeface="Arial" panose="020B0604020202020204" pitchFamily="34" charset="0"/>
              </a:rPr>
              <a:t>Pattie L. To shared the signed CR back to Deloitte Friday latest?</a:t>
            </a:r>
          </a:p>
        </p:txBody>
      </p:sp>
    </p:spTree>
    <p:extLst>
      <p:ext uri="{BB962C8B-B14F-4D97-AF65-F5344CB8AC3E}">
        <p14:creationId xmlns:p14="http://schemas.microsoft.com/office/powerpoint/2010/main" val="217704230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NUM" val="10"/>
</p:tagLst>
</file>

<file path=ppt/tags/tag4.xml><?xml version="1.0" encoding="utf-8"?>
<p:tagLst xmlns:a="http://schemas.openxmlformats.org/drawingml/2006/main" xmlns:r="http://schemas.openxmlformats.org/officeDocument/2006/relationships" xmlns:p="http://schemas.openxmlformats.org/presentationml/2006/main">
  <p:tag name="NUM" val="1"/>
</p:tagLst>
</file>

<file path=ppt/tags/tag5.xml><?xml version="1.0" encoding="utf-8"?>
<p:tagLst xmlns:a="http://schemas.openxmlformats.org/drawingml/2006/main" xmlns:r="http://schemas.openxmlformats.org/officeDocument/2006/relationships" xmlns:p="http://schemas.openxmlformats.org/presentationml/2006/main">
  <p:tag name="NUM" val="2"/>
</p:tagLst>
</file>

<file path=ppt/tags/tag6.xml><?xml version="1.0" encoding="utf-8"?>
<p:tagLst xmlns:a="http://schemas.openxmlformats.org/drawingml/2006/main" xmlns:r="http://schemas.openxmlformats.org/officeDocument/2006/relationships" xmlns:p="http://schemas.openxmlformats.org/presentationml/2006/main">
  <p:tag name="NUM" val="3"/>
</p:tagLst>
</file>

<file path=ppt/tags/tag7.xml><?xml version="1.0" encoding="utf-8"?>
<p:tagLst xmlns:a="http://schemas.openxmlformats.org/drawingml/2006/main" xmlns:r="http://schemas.openxmlformats.org/officeDocument/2006/relationships" xmlns:p="http://schemas.openxmlformats.org/presentationml/2006/main">
  <p:tag name="NUM" val="4"/>
</p:tagLst>
</file>

<file path=ppt/tags/tag8.xml><?xml version="1.0" encoding="utf-8"?>
<p:tagLst xmlns:a="http://schemas.openxmlformats.org/drawingml/2006/main" xmlns:r="http://schemas.openxmlformats.org/officeDocument/2006/relationships" xmlns:p="http://schemas.openxmlformats.org/presentationml/2006/main">
  <p:tag name="NUM" val="5"/>
</p:tagLst>
</file>

<file path=ppt/tags/tag9.xml><?xml version="1.0" encoding="utf-8"?>
<p:tagLst xmlns:a="http://schemas.openxmlformats.org/drawingml/2006/main" xmlns:r="http://schemas.openxmlformats.org/officeDocument/2006/relationships" xmlns:p="http://schemas.openxmlformats.org/presentationml/2006/main">
  <p:tag name="NUM" val="6"/>
</p:tagLst>
</file>

<file path=ppt/tags/tag10.xml><?xml version="1.0" encoding="utf-8"?>
<p:tagLst xmlns:a="http://schemas.openxmlformats.org/drawingml/2006/main" xmlns:r="http://schemas.openxmlformats.org/officeDocument/2006/relationships" xmlns:p="http://schemas.openxmlformats.org/presentationml/2006/main">
  <p:tag name="NUM" val="8"/>
</p:tagLst>
</file>

<file path=ppt/tags/tag11.xml><?xml version="1.0" encoding="utf-8"?>
<p:tagLst xmlns:a="http://schemas.openxmlformats.org/drawingml/2006/main" xmlns:r="http://schemas.openxmlformats.org/officeDocument/2006/relationships" xmlns:p="http://schemas.openxmlformats.org/presentationml/2006/main">
  <p:tag name="NUM" val="9"/>
</p:tagLst>
</file>

<file path=ppt/tags/tag12.xml><?xml version="1.0" encoding="utf-8"?>
<p:tagLst xmlns:a="http://schemas.openxmlformats.org/drawingml/2006/main" xmlns:r="http://schemas.openxmlformats.org/officeDocument/2006/relationships" xmlns:p="http://schemas.openxmlformats.org/presentationml/2006/main">
  <p:tag name="NUM" val="10"/>
</p:tagLst>
</file>

<file path=ppt/tags/tag13.xml><?xml version="1.0" encoding="utf-8"?>
<p:tagLst xmlns:a="http://schemas.openxmlformats.org/drawingml/2006/main" xmlns:r="http://schemas.openxmlformats.org/officeDocument/2006/relationships" xmlns:p="http://schemas.openxmlformats.org/presentationml/2006/main">
  <p:tag name="NUM" val="11"/>
</p:tagLst>
</file>

<file path=ppt/tags/tag14.xml><?xml version="1.0" encoding="utf-8"?>
<p:tagLst xmlns:a="http://schemas.openxmlformats.org/drawingml/2006/main" xmlns:r="http://schemas.openxmlformats.org/officeDocument/2006/relationships" xmlns:p="http://schemas.openxmlformats.org/presentationml/2006/main">
  <p:tag name="NUM" val="3"/>
</p:tagLst>
</file>

<file path=ppt/tags/tag15.xml><?xml version="1.0" encoding="utf-8"?>
<p:tagLst xmlns:a="http://schemas.openxmlformats.org/drawingml/2006/main" xmlns:r="http://schemas.openxmlformats.org/officeDocument/2006/relationships" xmlns:p="http://schemas.openxmlformats.org/presentationml/2006/main">
  <p:tag name="NUM" val="4"/>
</p:tagLst>
</file>

<file path=ppt/tags/tag16.xml><?xml version="1.0" encoding="utf-8"?>
<p:tagLst xmlns:a="http://schemas.openxmlformats.org/drawingml/2006/main" xmlns:r="http://schemas.openxmlformats.org/officeDocument/2006/relationships" xmlns:p="http://schemas.openxmlformats.org/presentationml/2006/main">
  <p:tag name="NUM" val="5"/>
</p:tagLst>
</file>

<file path=ppt/tags/tag17.xml><?xml version="1.0" encoding="utf-8"?>
<p:tagLst xmlns:a="http://schemas.openxmlformats.org/drawingml/2006/main" xmlns:r="http://schemas.openxmlformats.org/officeDocument/2006/relationships" xmlns:p="http://schemas.openxmlformats.org/presentationml/2006/main">
  <p:tag name="NUM" val="2"/>
</p:tagLst>
</file>

<file path=ppt/tags/tag18.xml><?xml version="1.0" encoding="utf-8"?>
<p:tagLst xmlns:a="http://schemas.openxmlformats.org/drawingml/2006/main" xmlns:r="http://schemas.openxmlformats.org/officeDocument/2006/relationships" xmlns:p="http://schemas.openxmlformats.org/presentationml/2006/main">
  <p:tag name="NUM" val="1"/>
</p:tagLst>
</file>

<file path=ppt/tags/tag19.xml><?xml version="1.0" encoding="utf-8"?>
<p:tagLst xmlns:a="http://schemas.openxmlformats.org/drawingml/2006/main" xmlns:r="http://schemas.openxmlformats.org/officeDocument/2006/relationships" xmlns:p="http://schemas.openxmlformats.org/presentationml/2006/main">
  <p:tag name="NUM" val="12"/>
</p:tagLst>
</file>

<file path=ppt/tags/tag20.xml><?xml version="1.0" encoding="utf-8"?>
<p:tagLst xmlns:a="http://schemas.openxmlformats.org/drawingml/2006/main" xmlns:r="http://schemas.openxmlformats.org/officeDocument/2006/relationships" xmlns:p="http://schemas.openxmlformats.org/presentationml/2006/main">
  <p:tag name="NUM" val="23"/>
</p:tagLst>
</file>

<file path=ppt/tags/tag21.xml><?xml version="1.0" encoding="utf-8"?>
<p:tagLst xmlns:a="http://schemas.openxmlformats.org/drawingml/2006/main" xmlns:r="http://schemas.openxmlformats.org/officeDocument/2006/relationships" xmlns:p="http://schemas.openxmlformats.org/presentationml/2006/main">
  <p:tag name="NUM" val="25"/>
</p:tagLst>
</file>

<file path=ppt/tags/tag22.xml><?xml version="1.0" encoding="utf-8"?>
<p:tagLst xmlns:a="http://schemas.openxmlformats.org/drawingml/2006/main" xmlns:r="http://schemas.openxmlformats.org/officeDocument/2006/relationships" xmlns:p="http://schemas.openxmlformats.org/presentationml/2006/main">
  <p:tag name="NUM" val="26"/>
</p:tagLst>
</file>

<file path=ppt/tags/tag23.xml><?xml version="1.0" encoding="utf-8"?>
<p:tagLst xmlns:a="http://schemas.openxmlformats.org/drawingml/2006/main" xmlns:r="http://schemas.openxmlformats.org/officeDocument/2006/relationships" xmlns:p="http://schemas.openxmlformats.org/presentationml/2006/main">
  <p:tag name="NUM" val="7"/>
</p:tagLst>
</file>

<file path=ppt/tags/tag24.xml><?xml version="1.0" encoding="utf-8"?>
<p:tagLst xmlns:a="http://schemas.openxmlformats.org/drawingml/2006/main" xmlns:r="http://schemas.openxmlformats.org/officeDocument/2006/relationships" xmlns:p="http://schemas.openxmlformats.org/presentationml/2006/main">
  <p:tag name="NUM" val="8"/>
</p:tagLst>
</file>

<file path=ppt/tags/tag25.xml><?xml version="1.0" encoding="utf-8"?>
<p:tagLst xmlns:a="http://schemas.openxmlformats.org/drawingml/2006/main" xmlns:r="http://schemas.openxmlformats.org/officeDocument/2006/relationships" xmlns:p="http://schemas.openxmlformats.org/presentationml/2006/main">
  <p:tag name="NUM" val="9"/>
</p:tagLst>
</file>

<file path=ppt/tags/tag26.xml><?xml version="1.0" encoding="utf-8"?>
<p:tagLst xmlns:a="http://schemas.openxmlformats.org/drawingml/2006/main" xmlns:r="http://schemas.openxmlformats.org/officeDocument/2006/relationships" xmlns:p="http://schemas.openxmlformats.org/presentationml/2006/main">
  <p:tag name="NUM" val="13"/>
</p:tagLst>
</file>

<file path=ppt/tags/tag27.xml><?xml version="1.0" encoding="utf-8"?>
<p:tagLst xmlns:a="http://schemas.openxmlformats.org/drawingml/2006/main" xmlns:r="http://schemas.openxmlformats.org/officeDocument/2006/relationships" xmlns:p="http://schemas.openxmlformats.org/presentationml/2006/main">
  <p:tag name="NUM" val="22"/>
</p:tagLst>
</file>

<file path=ppt/tags/tag28.xml><?xml version="1.0" encoding="utf-8"?>
<p:tagLst xmlns:a="http://schemas.openxmlformats.org/drawingml/2006/main" xmlns:r="http://schemas.openxmlformats.org/officeDocument/2006/relationships" xmlns:p="http://schemas.openxmlformats.org/presentationml/2006/main">
  <p:tag name="NUM" val="17"/>
</p:tagLst>
</file>

<file path=ppt/tags/tag29.xml><?xml version="1.0" encoding="utf-8"?>
<p:tagLst xmlns:a="http://schemas.openxmlformats.org/drawingml/2006/main" xmlns:r="http://schemas.openxmlformats.org/officeDocument/2006/relationships" xmlns:p="http://schemas.openxmlformats.org/presentationml/2006/main">
  <p:tag name="NUM" val="21"/>
</p:tagLst>
</file>

<file path=ppt/tags/tag30.xml><?xml version="1.0" encoding="utf-8"?>
<p:tagLst xmlns:a="http://schemas.openxmlformats.org/drawingml/2006/main" xmlns:r="http://schemas.openxmlformats.org/officeDocument/2006/relationships" xmlns:p="http://schemas.openxmlformats.org/presentationml/2006/main">
  <p:tag name="NUM" val="16"/>
</p:tagLst>
</file>

<file path=ppt/tags/tag31.xml><?xml version="1.0" encoding="utf-8"?>
<p:tagLst xmlns:a="http://schemas.openxmlformats.org/drawingml/2006/main" xmlns:r="http://schemas.openxmlformats.org/officeDocument/2006/relationships" xmlns:p="http://schemas.openxmlformats.org/presentationml/2006/main">
  <p:tag name="NUM" val="18"/>
</p:tagLst>
</file>

<file path=ppt/tags/tag32.xml><?xml version="1.0" encoding="utf-8"?>
<p:tagLst xmlns:a="http://schemas.openxmlformats.org/drawingml/2006/main" xmlns:r="http://schemas.openxmlformats.org/officeDocument/2006/relationships" xmlns:p="http://schemas.openxmlformats.org/presentationml/2006/main">
  <p:tag name="NUM" val="20"/>
</p:tagLst>
</file>

<file path=ppt/tags/tag33.xml><?xml version="1.0" encoding="utf-8"?>
<p:tagLst xmlns:a="http://schemas.openxmlformats.org/drawingml/2006/main" xmlns:r="http://schemas.openxmlformats.org/officeDocument/2006/relationships" xmlns:p="http://schemas.openxmlformats.org/presentationml/2006/main">
  <p:tag name="NUM" val="24"/>
</p:tagLst>
</file>

<file path=ppt/tags/tag34.xml><?xml version="1.0" encoding="utf-8"?>
<p:tagLst xmlns:a="http://schemas.openxmlformats.org/drawingml/2006/main" xmlns:r="http://schemas.openxmlformats.org/officeDocument/2006/relationships" xmlns:p="http://schemas.openxmlformats.org/presentationml/2006/main">
  <p:tag name="NUM" val="2"/>
</p:tagLst>
</file>

<file path=ppt/tags/tag35.xml><?xml version="1.0" encoding="utf-8"?>
<p:tagLst xmlns:a="http://schemas.openxmlformats.org/drawingml/2006/main" xmlns:r="http://schemas.openxmlformats.org/officeDocument/2006/relationships" xmlns:p="http://schemas.openxmlformats.org/presentationml/2006/main">
  <p:tag name="NUM" val="1"/>
</p:tagLst>
</file>

<file path=ppt/tags/tag36.xml><?xml version="1.0" encoding="utf-8"?>
<p:tagLst xmlns:a="http://schemas.openxmlformats.org/drawingml/2006/main" xmlns:r="http://schemas.openxmlformats.org/officeDocument/2006/relationships" xmlns:p="http://schemas.openxmlformats.org/presentationml/2006/main">
  <p:tag name="NUM" val="2"/>
</p:tagLst>
</file>

<file path=ppt/tags/tag37.xml><?xml version="1.0" encoding="utf-8"?>
<p:tagLst xmlns:a="http://schemas.openxmlformats.org/drawingml/2006/main" xmlns:r="http://schemas.openxmlformats.org/officeDocument/2006/relationships" xmlns:p="http://schemas.openxmlformats.org/presentationml/2006/main">
  <p:tag name="NUM" val="1"/>
</p:tagLst>
</file>

<file path=ppt/tags/tag38.xml><?xml version="1.0" encoding="utf-8"?>
<p:tagLst xmlns:a="http://schemas.openxmlformats.org/drawingml/2006/main" xmlns:r="http://schemas.openxmlformats.org/officeDocument/2006/relationships" xmlns:p="http://schemas.openxmlformats.org/presentationml/2006/main">
  <p:tag name="NUM" val="2"/>
</p:tagLst>
</file>

<file path=ppt/tags/tag39.xml><?xml version="1.0" encoding="utf-8"?>
<p:tagLst xmlns:a="http://schemas.openxmlformats.org/drawingml/2006/main" xmlns:r="http://schemas.openxmlformats.org/officeDocument/2006/relationships" xmlns:p="http://schemas.openxmlformats.org/presentationml/2006/main">
  <p:tag name="NUM" val="1"/>
</p:tagLst>
</file>

<file path=ppt/tags/tag40.xml><?xml version="1.0" encoding="utf-8"?>
<p:tagLst xmlns:a="http://schemas.openxmlformats.org/drawingml/2006/main" xmlns:r="http://schemas.openxmlformats.org/officeDocument/2006/relationships" xmlns:p="http://schemas.openxmlformats.org/presentationml/2006/main">
  <p:tag name="NUM" val="2"/>
</p:tagLst>
</file>

<file path=ppt/tags/tag41.xml><?xml version="1.0" encoding="utf-8"?>
<p:tagLst xmlns:a="http://schemas.openxmlformats.org/drawingml/2006/main" xmlns:r="http://schemas.openxmlformats.org/officeDocument/2006/relationships" xmlns:p="http://schemas.openxmlformats.org/presentationml/2006/main">
  <p:tag name="NUM" val="1"/>
</p:tagLst>
</file>

<file path=ppt/tags/tag42.xml><?xml version="1.0" encoding="utf-8"?>
<p:tagLst xmlns:a="http://schemas.openxmlformats.org/drawingml/2006/main" xmlns:r="http://schemas.openxmlformats.org/officeDocument/2006/relationships" xmlns:p="http://schemas.openxmlformats.org/presentationml/2006/main">
  <p:tag name="NUM" val="2"/>
</p:tagLst>
</file>

<file path=ppt/tags/tag43.xml><?xml version="1.0" encoding="utf-8"?>
<p:tagLst xmlns:a="http://schemas.openxmlformats.org/drawingml/2006/main" xmlns:r="http://schemas.openxmlformats.org/officeDocument/2006/relationships" xmlns:p="http://schemas.openxmlformats.org/presentationml/2006/main">
  <p:tag name="NUM" val="1"/>
</p:tagLst>
</file>

<file path=ppt/tags/tag44.xml><?xml version="1.0" encoding="utf-8"?>
<p:tagLst xmlns:a="http://schemas.openxmlformats.org/drawingml/2006/main" xmlns:r="http://schemas.openxmlformats.org/officeDocument/2006/relationships" xmlns:p="http://schemas.openxmlformats.org/presentationml/2006/main">
  <p:tag name="NUM" val="2"/>
</p:tagLst>
</file>

<file path=ppt/tags/tag45.xml><?xml version="1.0" encoding="utf-8"?>
<p:tagLst xmlns:a="http://schemas.openxmlformats.org/drawingml/2006/main" xmlns:r="http://schemas.openxmlformats.org/officeDocument/2006/relationships" xmlns:p="http://schemas.openxmlformats.org/presentationml/2006/main">
  <p:tag name="NUM" val="1"/>
</p:tagLst>
</file>

<file path=ppt/tags/tag46.xml><?xml version="1.0" encoding="utf-8"?>
<p:tagLst xmlns:a="http://schemas.openxmlformats.org/drawingml/2006/main" xmlns:r="http://schemas.openxmlformats.org/officeDocument/2006/relationships" xmlns:p="http://schemas.openxmlformats.org/presentationml/2006/main">
  <p:tag name="NUM" val="1"/>
</p:tagLst>
</file>

<file path=ppt/theme/theme1.xml><?xml version="1.0" encoding="utf-8"?>
<a:theme xmlns:a="http://schemas.openxmlformats.org/drawingml/2006/main" name="1_Brave New Market">
  <a:themeElements>
    <a:clrScheme name="Personnalisé 6">
      <a:dk1>
        <a:srgbClr val="53565A"/>
      </a:dk1>
      <a:lt1>
        <a:sysClr val="window" lastClr="FFFFFF"/>
      </a:lt1>
      <a:dk2>
        <a:srgbClr val="53565A"/>
      </a:dk2>
      <a:lt2>
        <a:srgbClr val="D0D0CE"/>
      </a:lt2>
      <a:accent1>
        <a:srgbClr val="9B40EA"/>
      </a:accent1>
      <a:accent2>
        <a:srgbClr val="C2E2E3"/>
      </a:accent2>
      <a:accent3>
        <a:srgbClr val="53565A"/>
      </a:accent3>
      <a:accent4>
        <a:srgbClr val="8CC7C6"/>
      </a:accent4>
      <a:accent5>
        <a:srgbClr val="F2EFEB"/>
      </a:accent5>
      <a:accent6>
        <a:srgbClr val="303434"/>
      </a:accent6>
      <a:hlink>
        <a:srgbClr val="53565A"/>
      </a:hlink>
      <a:folHlink>
        <a:srgbClr val="FFFFFF"/>
      </a:folHlink>
    </a:clrScheme>
    <a:fontScheme name="Custom 9">
      <a:majorFont>
        <a:latin typeface="Chronicle Display Black"/>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Presentation1" id="{81437FCE-F9C7-42CA-A8FF-0402FCD34AF0}" vid="{44A9CB49-6606-4E4B-9548-672F385C8FE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D470B8DA2ECB848955FE498CB697C25" ma:contentTypeVersion="7" ma:contentTypeDescription="Create a new document." ma:contentTypeScope="" ma:versionID="b32e935e329a651671061fad743490f7">
  <xsd:schema xmlns:xsd="http://www.w3.org/2001/XMLSchema" xmlns:xs="http://www.w3.org/2001/XMLSchema" xmlns:p="http://schemas.microsoft.com/office/2006/metadata/properties" xmlns:ns2="cf750adb-5c9d-4f59-9400-334ff71a08a7" targetNamespace="http://schemas.microsoft.com/office/2006/metadata/properties" ma:root="true" ma:fieldsID="d5f6e277bb2bda77e2fc47259924a987" ns2:_="">
    <xsd:import namespace="cf750adb-5c9d-4f59-9400-334ff71a08a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f750adb-5c9d-4f59-9400-334ff71a08a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AB4A5B8-E93E-4DAA-8F87-E9A67CCC8564}">
  <ds:schemaRefs>
    <ds:schemaRef ds:uri="http://schemas.microsoft.com/sharepoint/v3/contenttype/forms"/>
  </ds:schemaRefs>
</ds:datastoreItem>
</file>

<file path=customXml/itemProps2.xml><?xml version="1.0" encoding="utf-8"?>
<ds:datastoreItem xmlns:ds="http://schemas.openxmlformats.org/officeDocument/2006/customXml" ds:itemID="{EE7C9C83-BDC3-499B-AF53-13D0B83BF254}">
  <ds:schemaRefs>
    <ds:schemaRef ds:uri="http://schemas.openxmlformats.org/package/2006/metadata/core-properties"/>
    <ds:schemaRef ds:uri="http://purl.org/dc/dcmitype/"/>
    <ds:schemaRef ds:uri="http://purl.org/dc/elements/1.1/"/>
    <ds:schemaRef ds:uri="http://schemas.microsoft.com/office/infopath/2007/PartnerControls"/>
    <ds:schemaRef ds:uri="http://purl.org/dc/terms/"/>
    <ds:schemaRef ds:uri="http://schemas.microsoft.com/office/2006/metadata/properties"/>
    <ds:schemaRef ds:uri="http://schemas.microsoft.com/office/2006/documentManagement/types"/>
    <ds:schemaRef ds:uri="cf750adb-5c9d-4f59-9400-334ff71a08a7"/>
    <ds:schemaRef ds:uri="http://www.w3.org/XML/1998/namespace"/>
  </ds:schemaRefs>
</ds:datastoreItem>
</file>

<file path=customXml/itemProps3.xml><?xml version="1.0" encoding="utf-8"?>
<ds:datastoreItem xmlns:ds="http://schemas.openxmlformats.org/officeDocument/2006/customXml" ds:itemID="{6EB7B6CB-8DB3-41B0-A46A-E13314E3D71D}">
  <ds:schemaRefs>
    <ds:schemaRef ds:uri="cf750adb-5c9d-4f59-9400-334ff71a08a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ea60d57e-af5b-4752-ac57-3e4f28ca11dc}" enabled="1" method="Privileged" siteId="{36da45f1-dd2c-4d1f-af13-5abe46b99921}" removed="0"/>
</clbl:labelList>
</file>

<file path=docProps/app.xml><?xml version="1.0" encoding="utf-8"?>
<Properties xmlns="http://schemas.openxmlformats.org/officeDocument/2006/extended-properties" xmlns:vt="http://schemas.openxmlformats.org/officeDocument/2006/docPropsVTypes">
  <Template>Deloitte_16_9_Onscreen</Template>
  <TotalTime>0</TotalTime>
  <Words>1560</Words>
  <Application>Microsoft Office PowerPoint</Application>
  <PresentationFormat>Widescreen</PresentationFormat>
  <Paragraphs>232</Paragraphs>
  <Slides>9</Slides>
  <Notes>9</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9</vt:i4>
      </vt:variant>
    </vt:vector>
  </HeadingPairs>
  <TitlesOfParts>
    <vt:vector size="19" baseType="lpstr">
      <vt:lpstr>Arial</vt:lpstr>
      <vt:lpstr>Calibri</vt:lpstr>
      <vt:lpstr>Open Sans</vt:lpstr>
      <vt:lpstr>Segoe UI</vt:lpstr>
      <vt:lpstr>Symbol</vt:lpstr>
      <vt:lpstr>Verdana</vt:lpstr>
      <vt:lpstr>Wingdings</vt:lpstr>
      <vt:lpstr>Wingdings 2</vt:lpstr>
      <vt:lpstr>1_Brave New Market</vt:lpstr>
      <vt:lpstr>think-cell Slide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Deloitte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Headline Verdana Bold</dc:title>
  <dc:creator>Cloutier, Kathy (CA - Toronto)</dc:creator>
  <cp:lastModifiedBy>Lin, David</cp:lastModifiedBy>
  <cp:revision>1</cp:revision>
  <cp:lastPrinted>2019-07-15T19:41:25Z</cp:lastPrinted>
  <dcterms:created xsi:type="dcterms:W3CDTF">2019-05-23T14:54:00Z</dcterms:created>
  <dcterms:modified xsi:type="dcterms:W3CDTF">2026-09-10T19:24:23Z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a60d57e-af5b-4752-ac57-3e4f28ca11dc_Enabled">
    <vt:lpwstr>true</vt:lpwstr>
  </property>
  <property fmtid="{D5CDD505-2E9C-101B-9397-08002B2CF9AE}" pid="3" name="MSIP_Label_ea60d57e-af5b-4752-ac57-3e4f28ca11dc_SetDate">
    <vt:lpwstr>2023-03-13T15:08:59Z</vt:lpwstr>
  </property>
  <property fmtid="{D5CDD505-2E9C-101B-9397-08002B2CF9AE}" pid="4" name="MSIP_Label_ea60d57e-af5b-4752-ac57-3e4f28ca11dc_Method">
    <vt:lpwstr>Privileged</vt:lpwstr>
  </property>
  <property fmtid="{D5CDD505-2E9C-101B-9397-08002B2CF9AE}" pid="5" name="MSIP_Label_ea60d57e-af5b-4752-ac57-3e4f28ca11dc_Name">
    <vt:lpwstr>ea60d57e-af5b-4752-ac57-3e4f28ca11dc</vt:lpwstr>
  </property>
  <property fmtid="{D5CDD505-2E9C-101B-9397-08002B2CF9AE}" pid="6" name="MSIP_Label_ea60d57e-af5b-4752-ac57-3e4f28ca11dc_SiteId">
    <vt:lpwstr>36da45f1-dd2c-4d1f-af13-5abe46b99921</vt:lpwstr>
  </property>
  <property fmtid="{D5CDD505-2E9C-101B-9397-08002B2CF9AE}" pid="7" name="MSIP_Label_ea60d57e-af5b-4752-ac57-3e4f28ca11dc_ActionId">
    <vt:lpwstr>44e7f12f-ec89-423d-8fb3-f9531f60bba5</vt:lpwstr>
  </property>
  <property fmtid="{D5CDD505-2E9C-101B-9397-08002B2CF9AE}" pid="8" name="MSIP_Label_ea60d57e-af5b-4752-ac57-3e4f28ca11dc_ContentBits">
    <vt:lpwstr>0</vt:lpwstr>
  </property>
  <property fmtid="{D5CDD505-2E9C-101B-9397-08002B2CF9AE}" pid="9" name="ContentTypeId">
    <vt:lpwstr>0x0101007D470B8DA2ECB848955FE498CB697C25</vt:lpwstr>
  </property>
  <property fmtid="{D5CDD505-2E9C-101B-9397-08002B2CF9AE}" pid="10" name="MediaServiceImageTags">
    <vt:lpwstr/>
  </property>
  <property fmtid="{D5CDD505-2E9C-101B-9397-08002B2CF9AE}" pid="11" name="Language">
    <vt:lpwstr>EnglishUS</vt:lpwstr>
  </property>
  <property fmtid="{D5CDD505-2E9C-101B-9397-08002B2CF9AE}" pid="12" name="Order">
    <vt:r8>1300</vt:r8>
  </property>
  <property fmtid="{D5CDD505-2E9C-101B-9397-08002B2CF9AE}" pid="13" name="xd_Signature">
    <vt:bool>false</vt:bool>
  </property>
  <property fmtid="{D5CDD505-2E9C-101B-9397-08002B2CF9AE}" pid="14" name="xd_ProgID">
    <vt:lpwstr/>
  </property>
  <property fmtid="{D5CDD505-2E9C-101B-9397-08002B2CF9AE}" pid="15" name="ComplianceAssetId">
    <vt:lpwstr/>
  </property>
  <property fmtid="{D5CDD505-2E9C-101B-9397-08002B2CF9AE}" pid="16" name="TemplateUrl">
    <vt:lpwstr/>
  </property>
  <property fmtid="{D5CDD505-2E9C-101B-9397-08002B2CF9AE}" pid="17" name="_ExtendedDescription">
    <vt:lpwstr/>
  </property>
  <property fmtid="{D5CDD505-2E9C-101B-9397-08002B2CF9AE}" pid="18" name="TriggerFlowInfo">
    <vt:lpwstr/>
  </property>
</Properties>
</file>